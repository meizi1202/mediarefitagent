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MediaRefitAgent 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一站式视频智能编辑平台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一句话定义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一站式视频智能编辑平台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让视频处理从"需要学习专业软件"变成"说一句话就能搞定"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目标受众：广播电视台 / 内容创作者 / 平台运营者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核心技术架构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t>│                        用户层   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│              Web / APP / 企业内部系统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└─────────────────────┬───────────────────────────────────────┘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┌─────────────────────▼───────────────────────────────────────┐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t>│                    Agent 层    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│     LangGraph 状态机  │  MinMax LLM  │  会话 Memory          │</a:t>
            </a:r>
          </a:p>
          <a:p>
            <a:pPr>
              <a:spcAft>
                <a:spcPts val="600"/>
              </a:spcAft>
              <a:defRPr sz="1800"/>
            </a:pPr>
            <a:r>
              <a:t>└─────────────────────┬───────────────────────────────────────┘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┌─────────────────────▼───────────────────────────────────────┐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t>│                    能力层       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│  YOLO    │   Whisper   │   FFmpeg   │   TTS   │  滤镜/配乐  │</a:t>
            </a:r>
          </a:p>
          <a:p>
            <a:pPr>
              <a:spcAft>
                <a:spcPts val="600"/>
              </a:spcAft>
              <a:defRPr sz="1800"/>
            </a:pPr>
            <a:r>
              <a:t>│  智能裁剪 │   语音识别   │   视频处理  │   配音   │   超分辨率  │</a:t>
            </a:r>
          </a:p>
          <a:p>
            <a:pPr>
              <a:spcAft>
                <a:spcPts val="600"/>
              </a:spcAft>
              <a:defRPr sz="1800"/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技术栈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用途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FFmpeg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专业视频编解码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大模型工作流编排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高性能异步微服务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自然语言意图解析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智能主体检测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语音识别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Edge-TTS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AI配音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核心功能矩阵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🎬 视频转换        │  🎬 智能缩编        │  ✂️ 智能剪辑        │  🔧 修复增强        │  📊 内容分析        │  📦 基础处理</a:t>
            </a:r>
          </a:p>
          <a:p>
            <a:pPr>
              <a:spcAft>
                <a:spcPts val="600"/>
              </a:spcAft>
              <a:defRPr sz="1800"/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800"/>
            </a:pPr>
            <a:r>
              <a:t>横竖屏转换          │  内容缩编（高光时刻）│  固定裁剪           │  老视频修复         │  视频摘要          │  视频压缩</a:t>
            </a:r>
          </a:p>
          <a:p>
            <a:pPr>
              <a:spcAft>
                <a:spcPts val="600"/>
              </a:spcAft>
              <a:defRPr sz="1800"/>
            </a:pPr>
            <a:r>
              <a:t>7种转换策略         │  智能压缩（大小压缩）│  自动字幕           │  去噪/补帧          │  内容分析          │  视频修剪</a:t>
            </a:r>
          </a:p>
          <a:p>
            <a:pPr>
              <a:spcAft>
                <a:spcPts val="600"/>
              </a:spcAft>
              <a:defRPr sz="1800"/>
            </a:pPr>
            <a:r>
              <a:t>YOLO智能裁剪        │  -                  │  智能配乐           │  超分辨率           │  封面生成          │  视频拼接</a:t>
            </a:r>
          </a:p>
          <a:p>
            <a:pPr>
              <a:spcAft>
                <a:spcPts val="600"/>
              </a:spcAft>
              <a:defRPr sz="1800"/>
            </a:pPr>
            <a:r>
              <a:t>方向自动检测        │  -                  │  滤镜转场           │  色彩校正           │  平台检查          │ 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横竖屏转换 — 7种策略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状态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YOLO主体检测，AI跟随裁剪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填充黑边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保持所有内容完整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中心裁剪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直接裁剪中间区域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拉伸填充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强行拉伸到目标比例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镜像滚动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特殊视觉效果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平移运镜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平移+滚动效果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旋转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90°/180°/270°旋转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待添加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智能剪辑套件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状态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固定裁剪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从视频开头裁剪到目标时长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自动字幕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语音识别+智能标点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去口癖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自动删除语气词、停顿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智能配乐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情绪识别+自动BGM匹配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配音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AI文字转语音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视频滤镜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后端12种 / 前端7种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7/12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转场效果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后端6种 / 前端3种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场景识别、情绪分析、平台适配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封面生成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智能提取精彩帧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片头片尾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添加包装元素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智能缩编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70" y="67945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包含两种策略：内容缩编和智能压缩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【内容缩编】Whisper语音识别+音频能量分析，自动选择高光片段到目标时长</a:t>
            </a:r>
          </a:p>
          <a:p>
            <a:pPr>
              <a:spcAft>
                <a:spcPts val="600"/>
              </a:spcAft>
              <a:defRPr sz="1800"/>
            </a:pPr>
            <a:r>
              <a:t>【智能压缩】FFmpeg重编码，压缩视频文件大小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处理流程：</a:t>
            </a:r>
          </a:p>
          <a:p>
            <a:pPr>
              <a:spcAft>
                <a:spcPts val="600"/>
              </a:spcAft>
              <a:defRPr sz="1800"/>
            </a:pPr>
            <a:r>
              <a:t>1. Whisper ASR - 语音识别，获取字幕和时间轴</a:t>
            </a:r>
          </a:p>
          <a:p>
            <a:pPr>
              <a:spcAft>
                <a:spcPts val="600"/>
              </a:spcAft>
              <a:defRPr sz="1800"/>
            </a:pPr>
            <a:r>
              <a:t>2. 音频能量分析 - 计算每段RMS能量值</a:t>
            </a:r>
          </a:p>
          <a:p>
            <a:pPr>
              <a:spcAft>
                <a:spcPts val="600"/>
              </a:spcAft>
              <a:defRPr sz="1800"/>
            </a:pPr>
            <a:r>
              <a:t>3. 能量评分排序 - 归一化评分</a:t>
            </a:r>
          </a:p>
          <a:p>
            <a:pPr>
              <a:spcAft>
                <a:spcPts val="600"/>
              </a:spcAft>
              <a:defRPr sz="1800"/>
            </a:pPr>
            <a:r>
              <a:t>4. 智能选段 - 优先选择高分片段达到目标时长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老视频修复 — 4合1流水线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去噪 → 去闪烁 → 补帧 → 超分辨率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第1阶段：去噪    - 消除老旧胶片噪点</a:t>
            </a:r>
          </a:p>
          <a:p>
            <a:pPr>
              <a:spcAft>
                <a:spcPts val="600"/>
              </a:spcAft>
              <a:defRPr sz="1800"/>
            </a:pPr>
            <a:r>
              <a:t>第2阶段：去闪烁  - 稳定画面亮度</a:t>
            </a:r>
          </a:p>
          <a:p>
            <a:pPr>
              <a:spcAft>
                <a:spcPts val="600"/>
              </a:spcAft>
              <a:defRPr sz="1800"/>
            </a:pPr>
            <a:r>
              <a:t>第3阶段：补帧    - 提升流畅度至60fps</a:t>
            </a:r>
          </a:p>
          <a:p>
            <a:pPr>
              <a:spcAft>
                <a:spcPts val="600"/>
              </a:spcAft>
              <a:defRPr sz="1800"/>
            </a:pPr>
            <a:r>
              <a:t>第4阶段：超分    - 分辨率提升4K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大模型能力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大模型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作用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自然语言对话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意图理解、参数提取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智能配乐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情绪识别、BGM匹配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视频摘要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内容总结生成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MinMax-M3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场景/情绪/标签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去口癖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语气词智能识别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TTS配音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MinMax / Edge-TTS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文字转语音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GPU加速支持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提升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YOLO智能裁剪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~200ms/帧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~10ms/帧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20倍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老视频补帧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光流法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10倍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超分辨率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很长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实时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实时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逐帧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5-10倍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技术亮点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亮点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说明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自然语言驱动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一句话搞定复杂视频处理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多轮对话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理解上下文，连续对话修正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流式输出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SSE实时进度回传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完整RESTful接口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AI智能裁剪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YOLO主体检测，保留画面重点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模块化架构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独立功能，易于扩展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客户价值 — 效率提升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传统方式                          vs          智能体方式</a:t>
            </a:r>
          </a:p>
          <a:p>
            <a:pPr>
              <a:spcAft>
                <a:spcPts val="600"/>
              </a:spcAft>
              <a:defRPr sz="1800"/>
            </a:pPr>
            <a:r>
              <a:t>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800"/>
            </a:pPr>
            <a:r>
              <a:t>需要学习 PR/AE 等专业软件          →          说话就能完成</a:t>
            </a:r>
          </a:p>
          <a:p>
            <a:pPr>
              <a:spcAft>
                <a:spcPts val="600"/>
              </a:spcAft>
              <a:defRPr sz="1800"/>
            </a:pPr>
            <a:r>
              <a:t>参数设置复杂，易出错               →          AI自动适配最优参数</a:t>
            </a:r>
          </a:p>
          <a:p>
            <a:pPr>
              <a:spcAft>
                <a:spcPts val="600"/>
              </a:spcAft>
              <a:defRPr sz="1800"/>
            </a:pPr>
            <a:r>
              <a:t>单个视频处理耗时数小时             →          全流程自动化，分钟级完成</a:t>
            </a:r>
          </a:p>
          <a:p>
            <a:pPr>
              <a:spcAft>
                <a:spcPts val="600"/>
              </a:spcAft>
              <a:defRPr sz="1800"/>
            </a:pPr>
            <a:r>
              <a:t>多平台适配需要多次导出             →          一键生成多平台版本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展示亮点（Top 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1️⃣ "一句话搞定"</a:t>
            </a:r>
          </a:p>
          <a:p>
            <a:pPr>
              <a:spcAft>
                <a:spcPts val="600"/>
              </a:spcAft>
              <a:defRPr sz="1800"/>
            </a:pPr>
            <a:r>
              <a:t>   自然语言指令，无需学习任何专业软件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2️⃣ "主体不失真"</a:t>
            </a:r>
          </a:p>
          <a:p>
            <a:pPr>
              <a:spcAft>
                <a:spcPts val="600"/>
              </a:spcAft>
              <a:defRPr sz="1800"/>
            </a:pPr>
            <a:r>
              <a:t>   YOLO智能裁剪，精准跟随画面重点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3️⃣ "老片焕新颜"</a:t>
            </a:r>
          </a:p>
          <a:p>
            <a:pPr>
              <a:spcAft>
                <a:spcPts val="600"/>
              </a:spcAft>
              <a:defRPr sz="1800"/>
            </a:pPr>
            <a:r>
              <a:t>   4合1修复流水线，让老旧视频重焕生机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4️⃣ "一键成片"</a:t>
            </a:r>
          </a:p>
          <a:p>
            <a:pPr>
              <a:spcAft>
                <a:spcPts val="600"/>
              </a:spcAft>
              <a:defRPr sz="1800"/>
            </a:pPr>
            <a:r>
              <a:t>   从素材到可发布状态，全流程自动化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5️⃣ "多轮记忆"</a:t>
            </a:r>
          </a:p>
          <a:p>
            <a:pPr>
              <a:spcAft>
                <a:spcPts val="600"/>
              </a:spcAft>
              <a:defRPr sz="1800"/>
            </a:pPr>
            <a:r>
              <a:t>   理解上下文，连续对话式修正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6️⃣ "高光切片"</a:t>
            </a:r>
          </a:p>
          <a:p>
            <a:pPr>
              <a:spcAft>
                <a:spcPts val="600"/>
              </a:spcAft>
              <a:defRPr sz="1800"/>
            </a:pPr>
            <a:r>
              <a:t>   Whisper语音识别+音频能量分析，自动提取精彩片段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API概览 — 40+ 端点覆盖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端点数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代表功能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基础处理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转换、压缩、裁剪、拼接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智能剪辑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字幕、配乐、滤镜、转场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修复增强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去噪、补帧、超分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聊天、继续、状态管理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可增强功能 — YOLO智能裁剪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当前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升级后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YOLOv8n (nano)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YOLOv11x / YOLO-World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26M+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精度(mAP)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54.7%+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推理设备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GPU (昇腾910B / RTX 3060)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推理速度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~200ms/帧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~5ms/帧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GPU显存需求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2GB+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可增强功能 — 语音识别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838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当前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升级后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Whisper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Whisper large-v3 / SenseVoice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155M / 200M+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语言支持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中英双语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100+ 语言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识别准确率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~95%+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推理设备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GPU (昇腾910B / RTX 3060)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可增强功能 — 老视频修复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超分辨率：FFmpeg 基础放大  →  Real-ESRGAN / GFPGAN（真实细节重建）</a:t>
            </a:r>
          </a:p>
          <a:p>
            <a:pPr>
              <a:spcAft>
                <a:spcPts val="600"/>
              </a:spcAft>
              <a:defRPr sz="1800"/>
            </a:pPr>
            <a:r>
              <a:t>补帧：FFmpeg 插值  →  RIFE / AI 光流（运动连贯）</a:t>
            </a:r>
          </a:p>
          <a:p>
            <a:pPr>
              <a:spcAft>
                <a:spcPts val="600"/>
              </a:spcAft>
              <a:defRPr sz="1800"/>
            </a:pPr>
            <a:r>
              <a:t>去噪：FFmpeg hqdn3d  →  DenoiseGAN</a:t>
            </a:r>
          </a:p>
          <a:p>
            <a:pPr>
              <a:spcAft>
                <a:spcPts val="600"/>
              </a:spcAft>
              <a:defRPr sz="1800"/>
            </a:pPr>
            <a:r>
              <a:t>色彩增强：基础校正  →  DeOldify（黑白彩色化）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所需资源：昇腾910B / RTX 3090 + CANN 7.0+ + 5-10GB磁盘空间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升级路线建议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【视频处理升级 — 必须本地GPU】</a:t>
            </a:r>
          </a:p>
          <a:p>
            <a:pPr>
              <a:spcAft>
                <a:spcPts val="600"/>
              </a:spcAft>
              <a:defRPr sz="1800"/>
            </a:pPr>
            <a:r>
              <a:t>阶段一（高优先级）：YOLOv8x 升级 + 补帧(RIFE)</a:t>
            </a:r>
          </a:p>
          <a:p>
            <a:pPr>
              <a:spcAft>
                <a:spcPts val="600"/>
              </a:spcAft>
              <a:defRPr sz="1800"/>
            </a:pPr>
            <a:r>
              <a:t>阶段二（高优先级）：超分(Real-ESRGAN) + 去噪GAN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【AI大模型升级 — 可云端API替代】</a:t>
            </a:r>
          </a:p>
          <a:p>
            <a:pPr>
              <a:spcAft>
                <a:spcPts val="600"/>
              </a:spcAft>
              <a:defRPr sz="1800"/>
            </a:pPr>
            <a:r>
              <a:t>阶段三（中优先级）：Whisper large-v3</a:t>
            </a:r>
          </a:p>
          <a:p>
            <a:pPr>
              <a:spcAft>
                <a:spcPts val="600"/>
              </a:spcAft>
              <a:defRPr sz="1800"/>
            </a:pPr>
            <a:r>
              <a:t>阶段四（中优先级）：智能配乐</a:t>
            </a:r>
          </a:p>
          <a:p>
            <a:pPr>
              <a:spcAft>
                <a:spcPts val="600"/>
              </a:spcAft>
              <a:defRPr sz="1800"/>
            </a:pPr>
            <a:r>
              <a:t>阶段五（低优先级）：多模态视频理解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资源配置说明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【大模型（LLM）】</a:t>
            </a:r>
          </a:p>
          <a:p>
            <a:pPr>
              <a:spcAft>
                <a:spcPts val="600"/>
              </a:spcAft>
              <a:defRPr sz="1800"/>
            </a:pPr>
            <a:r>
              <a:t>云端调用：MinMax API / OpenAI API / Azure OpenAI（仅需网络，无GPU）</a:t>
            </a:r>
          </a:p>
          <a:p>
            <a:pPr>
              <a:spcAft>
                <a:spcPts val="600"/>
              </a:spcAft>
              <a:defRPr sz="1800"/>
            </a:pPr>
            <a:r>
              <a:t>本地部署：Qwen2-7B/14B/72B / Yi-34B / ChatGLM3-6B（需GPU）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【视频智能编辑Agent】</a:t>
            </a:r>
          </a:p>
          <a:p>
            <a:pPr>
              <a:spcAft>
                <a:spcPts val="600"/>
              </a:spcAft>
              <a:defRPr sz="1800"/>
            </a:pPr>
            <a:r>
              <a:t>最低配置：4核+ CPU / 8GB内存 / 50GB SSD</a:t>
            </a:r>
          </a:p>
          <a:p>
            <a:pPr>
              <a:spcAft>
                <a:spcPts val="600"/>
              </a:spcAft>
              <a:defRPr sz="1800"/>
            </a:pPr>
            <a:r>
              <a:t>推荐配置：8核+ CPU / 16GB+内存 / 200GB+ SSD / GPU可选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一体化部署方案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12573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GPU配置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适用场景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轻量版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RTX 4090 24GB / 昇腾910B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中小规模，7B模型+视频处理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标准版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RTX 3090 24GB x2 / 昇腾910B 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14B模型+视频处理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旗舰版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A100 80GB / 昇腾910B 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72B模型+大规模视频并发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MediaRefitAgent — 视频智能编辑，一句话的事儿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4187</Words>
  <Application>WPS 演示</Application>
  <PresentationFormat>On-screen Show (4:3)</PresentationFormat>
  <Paragraphs>532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美子</cp:lastModifiedBy>
  <cp:revision>2</cp:revision>
  <dcterms:created xsi:type="dcterms:W3CDTF">2013-01-27T09:14:00Z</dcterms:created>
  <dcterms:modified xsi:type="dcterms:W3CDTF">2026-09-01T09:41:11Z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7B89B5EA0DBE4824AB6D6E9ED6A6A066_12</vt:lpwstr>
  </property>
</Properties>
</file>