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90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</p:sldIdLst>
  <p:sldSz cx="12192000" cy="6858000"/>
  <p:notesSz cx="6858000" cy="9144000"/>
  <p:embeddedFontLst>
    <p:embeddedFont>
      <p:font typeface="MiSans Demibold" panose="00000700000000000000" charset="-122"/>
      <p:bold r:id="rId29"/>
    </p:embeddedFont>
    <p:embeddedFont>
      <p:font typeface="Calibri" panose="020F0502020204030204" charset="0"/>
      <p:regular r:id="rId30"/>
      <p:bold r:id="rId31"/>
      <p:italic r:id="rId32"/>
      <p:boldItalic r:id="rId33"/>
    </p:embeddedFont>
    <p:embeddedFont>
      <p:font typeface="等线" panose="02010600030101010101" charset="-122"/>
      <p:regular r:id="rId34"/>
    </p:embeddedFont>
    <p:embeddedFont>
      <p:font typeface="MiSans Normal" panose="00000500000000000000" charset="-122"/>
      <p:regular r:id="rId35"/>
    </p:embeddedFont>
    <p:embeddedFont>
      <p:font typeface="MiSans Medium" panose="00000600000000000000" charset="-122"/>
      <p:regular r:id="rId36"/>
    </p:embeddedFont>
  </p:embeddedFontLst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8EFF"/>
    <a:srgbClr val="3FD5A9"/>
    <a:srgbClr val="92D050"/>
    <a:srgbClr val="FFC000"/>
    <a:srgbClr val="FFFFFF"/>
    <a:srgbClr val="000000"/>
    <a:srgbClr val="DC2323"/>
    <a:srgbClr val="FFF2D9"/>
    <a:srgbClr val="D82222"/>
    <a:srgbClr val="E21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25" autoAdjust="0"/>
  </p:normalViewPr>
  <p:slideViewPr>
    <p:cSldViewPr snapToGrid="0" showGuides="1">
      <p:cViewPr varScale="1">
        <p:scale>
          <a:sx n="118" d="100"/>
          <a:sy n="118" d="100"/>
        </p:scale>
        <p:origin x="528" y="82"/>
      </p:cViewPr>
      <p:guideLst>
        <p:guide orient="horz" pos="2160"/>
        <p:guide pos="7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gs" Target="tags/tag490.xml"/><Relationship Id="rId36" Type="http://schemas.openxmlformats.org/officeDocument/2006/relationships/font" Target="fonts/font8.fntdata"/><Relationship Id="rId35" Type="http://schemas.openxmlformats.org/officeDocument/2006/relationships/font" Target="fonts/font7.fntdata"/><Relationship Id="rId34" Type="http://schemas.openxmlformats.org/officeDocument/2006/relationships/font" Target="fonts/font6.fntdata"/><Relationship Id="rId33" Type="http://schemas.openxmlformats.org/officeDocument/2006/relationships/font" Target="fonts/font5.fntdata"/><Relationship Id="rId32" Type="http://schemas.openxmlformats.org/officeDocument/2006/relationships/font" Target="fonts/font4.fntdata"/><Relationship Id="rId31" Type="http://schemas.openxmlformats.org/officeDocument/2006/relationships/font" Target="fonts/font3.fntdata"/><Relationship Id="rId30" Type="http://schemas.openxmlformats.org/officeDocument/2006/relationships/font" Target="fonts/font2.fntdata"/><Relationship Id="rId3" Type="http://schemas.openxmlformats.org/officeDocument/2006/relationships/slide" Target="slides/slide1.xml"/><Relationship Id="rId29" Type="http://schemas.openxmlformats.org/officeDocument/2006/relationships/font" Target="fonts/font1.fntdata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CE624-3660-4035-AB45-CE49DDC2C6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image" Target="../media/image1.jpeg"/><Relationship Id="rId2" Type="http://schemas.openxmlformats.org/officeDocument/2006/relationships/tags" Target="../tags/tag6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image" Target="../media/image1.jpeg"/><Relationship Id="rId2" Type="http://schemas.openxmlformats.org/officeDocument/2006/relationships/tags" Target="../tags/tag45.xml"/><Relationship Id="rId15" Type="http://schemas.openxmlformats.org/officeDocument/2006/relationships/tags" Target="../tags/tag56.xml"/><Relationship Id="rId14" Type="http://schemas.openxmlformats.org/officeDocument/2006/relationships/tags" Target="../tags/tag55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image" Target="../media/image3.jpe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image" Target="../media/image1.jpeg"/><Relationship Id="rId2" Type="http://schemas.openxmlformats.org/officeDocument/2006/relationships/tags" Target="../tags/tag63.xml"/><Relationship Id="rId14" Type="http://schemas.openxmlformats.org/officeDocument/2006/relationships/image" Target="../media/image2.png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游戏机, 食物, 橙子, 消防栓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flipH="1">
            <a:off x="0" y="321"/>
            <a:ext cx="12192000" cy="6857143"/>
          </a:xfrm>
          <a:prstGeom prst="rect">
            <a:avLst/>
          </a:prstGeom>
        </p:spPr>
      </p:pic>
      <p:sp>
        <p:nvSpPr>
          <p:cNvPr id="13" name="椭圆 12"/>
          <p:cNvSpPr/>
          <p:nvPr userDrawn="1">
            <p:custDataLst>
              <p:tags r:id="rId4"/>
            </p:custDataLst>
          </p:nvPr>
        </p:nvSpPr>
        <p:spPr>
          <a:xfrm flipH="1">
            <a:off x="447040" y="2870835"/>
            <a:ext cx="160655" cy="160655"/>
          </a:xfrm>
          <a:prstGeom prst="ellipse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>
            <p:custDataLst>
              <p:tags r:id="rId5"/>
            </p:custDataLst>
          </p:nvPr>
        </p:nvSpPr>
        <p:spPr>
          <a:xfrm flipH="1">
            <a:off x="457200" y="3189605"/>
            <a:ext cx="160655" cy="16065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 userDrawn="1">
            <p:custDataLst>
              <p:tags r:id="rId6"/>
            </p:custDataLst>
          </p:nvPr>
        </p:nvSpPr>
        <p:spPr>
          <a:xfrm flipH="1">
            <a:off x="457200" y="3508375"/>
            <a:ext cx="160655" cy="160655"/>
          </a:xfrm>
          <a:prstGeom prst="ellipse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 userDrawn="1">
            <p:custDataLst>
              <p:tags r:id="rId7"/>
            </p:custDataLst>
          </p:nvPr>
        </p:nvSpPr>
        <p:spPr>
          <a:xfrm flipH="1">
            <a:off x="457200" y="3826510"/>
            <a:ext cx="160655" cy="16065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8"/>
            </p:custDataLst>
          </p:nvPr>
        </p:nvSpPr>
        <p:spPr>
          <a:xfrm>
            <a:off x="9528493" y="1798383"/>
            <a:ext cx="1217612" cy="2305557"/>
          </a:xfrm>
        </p:spPr>
        <p:txBody>
          <a:bodyPr vert="eaVert" wrap="square" anchor="ctr">
            <a:normAutofit/>
          </a:bodyPr>
          <a:lstStyle>
            <a:lvl1pPr algn="ctr">
              <a:defRPr sz="6600">
                <a:gradFill>
                  <a:gsLst>
                    <a:gs pos="0">
                      <a:srgbClr val="FFFFFF"/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5400000" scaled="1"/>
                </a:gra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 userDrawn="1"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 userDrawn="1"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 userDrawn="1"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图片包含 游戏机, 食物, 橙子, 消防栓&#10;&#10;描述已自动生成"/>
          <p:cNvPicPr/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49" y="-28"/>
            <a:ext cx="12192098" cy="6858055"/>
          </a:xfrm>
          <a:prstGeom prst="rect">
            <a:avLst/>
          </a:prstGeom>
        </p:spPr>
      </p:pic>
      <p:sp>
        <p:nvSpPr>
          <p:cNvPr id="8" name="椭圆 7"/>
          <p:cNvSpPr/>
          <p:nvPr userDrawn="1">
            <p:custDataLst>
              <p:tags r:id="rId4"/>
            </p:custDataLst>
          </p:nvPr>
        </p:nvSpPr>
        <p:spPr>
          <a:xfrm>
            <a:off x="11584305" y="2870835"/>
            <a:ext cx="160655" cy="160655"/>
          </a:xfrm>
          <a:prstGeom prst="ellipse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>
            <p:custDataLst>
              <p:tags r:id="rId5"/>
            </p:custDataLst>
          </p:nvPr>
        </p:nvSpPr>
        <p:spPr>
          <a:xfrm>
            <a:off x="11574145" y="3189605"/>
            <a:ext cx="160655" cy="16065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>
            <p:custDataLst>
              <p:tags r:id="rId6"/>
            </p:custDataLst>
          </p:nvPr>
        </p:nvSpPr>
        <p:spPr>
          <a:xfrm>
            <a:off x="11574145" y="3508375"/>
            <a:ext cx="160655" cy="160655"/>
          </a:xfrm>
          <a:prstGeom prst="ellipse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7"/>
            </p:custDataLst>
          </p:nvPr>
        </p:nvSpPr>
        <p:spPr>
          <a:xfrm>
            <a:off x="11574145" y="3826510"/>
            <a:ext cx="160655" cy="16065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鸟飞在空中&#10;&#10;中度可信度描述已自动生成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48"/>
          <a:stretch>
            <a:fillRect/>
          </a:stretch>
        </p:blipFill>
        <p:spPr>
          <a:xfrm>
            <a:off x="5784215" y="102235"/>
            <a:ext cx="3336925" cy="2104390"/>
          </a:xfrm>
          <a:prstGeom prst="rect">
            <a:avLst/>
          </a:prstGeom>
        </p:spPr>
      </p:pic>
      <p:sp>
        <p:nvSpPr>
          <p:cNvPr id="10" name="日期占位符 3"/>
          <p:cNvSpPr>
            <a:spLocks noGrp="1"/>
          </p:cNvSpPr>
          <p:nvPr>
            <p:ph type="dt" sz="half" idx="16385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6386"/>
            <p:custDataLst>
              <p:tags r:id="rId11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6387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0" name="Text Placeholder 19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1016000" y="1340485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14"/>
            </p:custDataLst>
          </p:nvPr>
        </p:nvSpPr>
        <p:spPr>
          <a:xfrm>
            <a:off x="1016000" y="1884680"/>
            <a:ext cx="6352540" cy="24638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b="0" spc="0">
                <a:gradFill>
                  <a:gsLst>
                    <a:gs pos="0">
                      <a:srgbClr val="FFFFFF"/>
                    </a:gs>
                    <a:gs pos="100000">
                      <a:srgbClr val="FFFFFF">
                        <a:alpha val="70000"/>
                      </a:srgbClr>
                    </a:gs>
                  </a:gsLst>
                  <a:lin ang="5400000" scaled="1"/>
                </a:gradFill>
                <a:latin typeface="+mj-ea"/>
                <a:ea typeface="+mj-ea"/>
                <a:cs typeface="+mj-ea"/>
                <a:sym typeface="MiSans Demibold" panose="00000700000000000000" charset="-122"/>
              </a:defRPr>
            </a:lvl1pPr>
          </a:lstStyle>
          <a:p>
            <a:r>
              <a:rPr lang="zh-CN" altLang="en-US" dirty="0">
                <a:sym typeface="+mn-ea"/>
              </a:rPr>
              <a:t>单击此处</a:t>
            </a:r>
            <a:br>
              <a:rPr lang="zh-CN" altLang="en-US" dirty="0">
                <a:sym typeface="+mn-ea"/>
              </a:rPr>
            </a:br>
            <a:r>
              <a:rPr lang="zh-CN" altLang="en-US" dirty="0">
                <a:sym typeface="+mn-ea"/>
              </a:rPr>
              <a:t>添加文档标题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6390" hasCustomPrompt="1"/>
            <p:custDataLst>
              <p:tags r:id="rId15"/>
            </p:custDataLst>
          </p:nvPr>
        </p:nvSpPr>
        <p:spPr>
          <a:xfrm>
            <a:off x="1016000" y="4738370"/>
            <a:ext cx="2540882" cy="533400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</p:spPr>
        <p:txBody>
          <a:bodyPr vert="horz" wrap="square"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spc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altLang="zh-CN" dirty="0">
                <a:sym typeface="+mn-ea"/>
              </a:rPr>
              <a:t>BY </a:t>
            </a:r>
            <a:r>
              <a:rPr lang="zh-CN" altLang="en-US" dirty="0">
                <a:sym typeface="+mn-ea"/>
              </a:rPr>
              <a:t>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背景图案&#10;&#10;描述已自动生成"/>
          <p:cNvPicPr/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49" y="-28"/>
            <a:ext cx="12192098" cy="6858055"/>
          </a:xfrm>
          <a:prstGeom prst="rect">
            <a:avLst/>
          </a:prstGeom>
        </p:spPr>
      </p:pic>
      <p:sp>
        <p:nvSpPr>
          <p:cNvPr id="10" name="日期占位符 4"/>
          <p:cNvSpPr>
            <a:spLocks noGrp="1"/>
          </p:cNvSpPr>
          <p:nvPr>
            <p:ph type="dt" sz="half" idx="16385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16386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16387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idx="16388" hasCustomPrompt="1"/>
            <p:custDataLst>
              <p:tags r:id="rId7"/>
            </p:custDataLst>
          </p:nvPr>
        </p:nvSpPr>
        <p:spPr>
          <a:xfrm>
            <a:off x="1903942" y="3325495"/>
            <a:ext cx="8384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gradFill>
                  <a:gsLst>
                    <a:gs pos="0">
                      <a:srgbClr val="FFFFFF"/>
                    </a:gs>
                    <a:gs pos="100000">
                      <a:srgbClr val="FFFFFF">
                        <a:alpha val="70000"/>
                      </a:srgbClr>
                    </a:gs>
                  </a:gsLst>
                  <a:lin ang="5400000" scaled="1"/>
                </a:gra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6389" hasCustomPrompt="1"/>
            <p:custDataLst>
              <p:tags r:id="rId8"/>
            </p:custDataLst>
          </p:nvPr>
        </p:nvSpPr>
        <p:spPr>
          <a:xfrm>
            <a:off x="5332413" y="1450975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0" spc="0">
                <a:gradFill>
                  <a:gsLst>
                    <a:gs pos="0">
                      <a:srgbClr val="FFFFFF"/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游戏机, 食物, 橙子, 消防栓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321"/>
            <a:ext cx="12192000" cy="6857143"/>
          </a:xfrm>
          <a:prstGeom prst="rect">
            <a:avLst/>
          </a:prstGeom>
        </p:spPr>
      </p:pic>
      <p:sp>
        <p:nvSpPr>
          <p:cNvPr id="10" name="椭圆 9"/>
          <p:cNvSpPr/>
          <p:nvPr userDrawn="1">
            <p:custDataLst>
              <p:tags r:id="rId4"/>
            </p:custDataLst>
          </p:nvPr>
        </p:nvSpPr>
        <p:spPr>
          <a:xfrm>
            <a:off x="11584305" y="2870835"/>
            <a:ext cx="160655" cy="160655"/>
          </a:xfrm>
          <a:prstGeom prst="ellipse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>
            <p:custDataLst>
              <p:tags r:id="rId5"/>
            </p:custDataLst>
          </p:nvPr>
        </p:nvSpPr>
        <p:spPr>
          <a:xfrm>
            <a:off x="11574145" y="3189605"/>
            <a:ext cx="160655" cy="16065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 userDrawn="1">
            <p:custDataLst>
              <p:tags r:id="rId6"/>
            </p:custDataLst>
          </p:nvPr>
        </p:nvSpPr>
        <p:spPr>
          <a:xfrm>
            <a:off x="11574145" y="3508375"/>
            <a:ext cx="160655" cy="160655"/>
          </a:xfrm>
          <a:prstGeom prst="ellipse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 userDrawn="1">
            <p:custDataLst>
              <p:tags r:id="rId7"/>
            </p:custDataLst>
          </p:nvPr>
        </p:nvSpPr>
        <p:spPr>
          <a:xfrm>
            <a:off x="11574145" y="3826510"/>
            <a:ext cx="160655" cy="16065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6385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6386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6387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副标题 2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1057910" y="2188845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>
                    <a:alpha val="80000"/>
                  </a:srgb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THE END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12"/>
            </p:custDataLst>
          </p:nvPr>
        </p:nvSpPr>
        <p:spPr>
          <a:xfrm>
            <a:off x="1057910" y="2696845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b="0" spc="0">
                <a:gradFill>
                  <a:gsLst>
                    <a:gs pos="0">
                      <a:srgbClr val="FFFFFF"/>
                    </a:gs>
                    <a:gs pos="100000">
                      <a:srgbClr val="FFFFFF">
                        <a:alpha val="70000"/>
                      </a:srgbClr>
                    </a:gs>
                  </a:gsLst>
                  <a:lin ang="5400000" scaled="1"/>
                </a:gra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  <p:pic>
        <p:nvPicPr>
          <p:cNvPr id="13" name="图片 12" descr="鸟飞在空中&#10;&#10;中度可信度描述已自动生成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350" y="111125"/>
            <a:ext cx="3738245" cy="26562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_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51447809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778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51513345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314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zh-CN" altLang="en-US" sz="2400" b="0" i="0" u="none" strike="noStrike" kern="1200" cap="none" spc="0" normalizeH="0" baseline="0" noProof="1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>
                <a:sym typeface="+mn-ea"/>
              </a:rPr>
              <a:t> </a:t>
            </a:r>
            <a:endParaRPr>
              <a:sym typeface="+mn-ea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51578881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850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zh-CN" altLang="en-US" sz="2400" b="0" i="0" u="none" strike="noStrike" kern="1200" cap="none" spc="0" normalizeH="0" baseline="0" noProof="1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>
                <a:sym typeface="+mn-ea"/>
              </a:rPr>
              <a:t> </a:t>
            </a:r>
            <a:endParaRPr>
              <a:sym typeface="+mn-ea"/>
            </a:endParaRPr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51644417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386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zh-CN" altLang="en-US" sz="2400" b="0" i="0" u="none" strike="noStrike" kern="1200" cap="none" spc="0" normalizeH="0" baseline="0" noProof="1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>
                <a:sym typeface="+mn-ea"/>
              </a:rPr>
              <a:t> </a:t>
            </a:r>
            <a:endParaRPr>
              <a:sym typeface="+mn-ea"/>
            </a:endParaRPr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tags" Target="../tags/tag100.xml"/><Relationship Id="rId23" Type="http://schemas.openxmlformats.org/officeDocument/2006/relationships/tags" Target="../tags/tag99.xml"/><Relationship Id="rId22" Type="http://schemas.openxmlformats.org/officeDocument/2006/relationships/image" Target="../media/image5.png"/><Relationship Id="rId21" Type="http://schemas.openxmlformats.org/officeDocument/2006/relationships/tags" Target="../tags/tag98.xml"/><Relationship Id="rId20" Type="http://schemas.openxmlformats.org/officeDocument/2006/relationships/tags" Target="../tags/tag97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4.png"/><Relationship Id="rId18" Type="http://schemas.openxmlformats.org/officeDocument/2006/relationships/tags" Target="../tags/tag96.xml"/><Relationship Id="rId17" Type="http://schemas.openxmlformats.org/officeDocument/2006/relationships/tags" Target="../tags/tag95.xml"/><Relationship Id="rId16" Type="http://schemas.openxmlformats.org/officeDocument/2006/relationships/tags" Target="../tags/tag94.xml"/><Relationship Id="rId15" Type="http://schemas.openxmlformats.org/officeDocument/2006/relationships/tags" Target="../tags/tag93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卡通人物&#10;&#10;低可信度描述已自动生成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60" t="50416" r="57659" b="23209"/>
          <a:stretch>
            <a:fillRect/>
          </a:stretch>
        </p:blipFill>
        <p:spPr>
          <a:xfrm>
            <a:off x="9544685" y="6396990"/>
            <a:ext cx="2647315" cy="461010"/>
          </a:xfrm>
          <a:prstGeom prst="rect">
            <a:avLst/>
          </a:prstGeom>
        </p:spPr>
      </p:pic>
      <p:pic>
        <p:nvPicPr>
          <p:cNvPr id="91" name="图片 90" descr="卡通人物&#10;&#10;低可信度描述已自动生成"/>
          <p:cNvPicPr>
            <a:picLocks noChangeAspect="1"/>
          </p:cNvPicPr>
          <p:nvPr userDrawn="1">
            <p:custDataLst>
              <p:tags r:id="rId20"/>
            </p:custDataLst>
          </p:nvPr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00" t="54127" r="74819" b="30167"/>
          <a:stretch>
            <a:fillRect/>
          </a:stretch>
        </p:blipFill>
        <p:spPr>
          <a:xfrm>
            <a:off x="0" y="6409690"/>
            <a:ext cx="2921000" cy="448310"/>
          </a:xfrm>
          <a:prstGeom prst="rect">
            <a:avLst/>
          </a:prstGeom>
        </p:spPr>
      </p:pic>
      <p:pic>
        <p:nvPicPr>
          <p:cNvPr id="12" name="图片 11" descr="图片包含 游戏机&#10;&#10;描述已自动生成"/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9" t="379" r="40901" b="34613"/>
          <a:stretch>
            <a:fillRect/>
          </a:stretch>
        </p:blipFill>
        <p:spPr>
          <a:xfrm>
            <a:off x="11177270" y="5711190"/>
            <a:ext cx="1014730" cy="1146175"/>
          </a:xfrm>
          <a:prstGeom prst="rect">
            <a:avLst/>
          </a:prstGeom>
        </p:spPr>
      </p:pic>
      <p:sp>
        <p:nvSpPr>
          <p:cNvPr id="8" name="KSO_TEMPLATE" hidden="1"/>
          <p:cNvSpPr/>
          <p:nvPr userDrawn="1">
            <p:custDataLst>
              <p:tags r:id="rId2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3" Type="http://schemas.openxmlformats.org/officeDocument/2006/relationships/slideLayout" Target="../slideLayouts/slideLayout6.xml"/><Relationship Id="rId62" Type="http://schemas.openxmlformats.org/officeDocument/2006/relationships/tags" Target="../tags/tag150.xml"/><Relationship Id="rId61" Type="http://schemas.openxmlformats.org/officeDocument/2006/relationships/image" Target="../media/image21.svg"/><Relationship Id="rId60" Type="http://schemas.openxmlformats.org/officeDocument/2006/relationships/image" Target="../media/image20.png"/><Relationship Id="rId6" Type="http://schemas.openxmlformats.org/officeDocument/2006/relationships/tags" Target="../tags/tag110.xml"/><Relationship Id="rId59" Type="http://schemas.openxmlformats.org/officeDocument/2006/relationships/tags" Target="../tags/tag149.xml"/><Relationship Id="rId58" Type="http://schemas.openxmlformats.org/officeDocument/2006/relationships/tags" Target="../tags/tag148.xml"/><Relationship Id="rId57" Type="http://schemas.openxmlformats.org/officeDocument/2006/relationships/tags" Target="../tags/tag147.xml"/><Relationship Id="rId56" Type="http://schemas.openxmlformats.org/officeDocument/2006/relationships/image" Target="../media/image19.svg"/><Relationship Id="rId55" Type="http://schemas.openxmlformats.org/officeDocument/2006/relationships/image" Target="../media/image18.png"/><Relationship Id="rId54" Type="http://schemas.openxmlformats.org/officeDocument/2006/relationships/tags" Target="../tags/tag146.xml"/><Relationship Id="rId53" Type="http://schemas.openxmlformats.org/officeDocument/2006/relationships/tags" Target="../tags/tag145.xml"/><Relationship Id="rId52" Type="http://schemas.openxmlformats.org/officeDocument/2006/relationships/tags" Target="../tags/tag144.xml"/><Relationship Id="rId51" Type="http://schemas.openxmlformats.org/officeDocument/2006/relationships/tags" Target="../tags/tag143.xml"/><Relationship Id="rId50" Type="http://schemas.openxmlformats.org/officeDocument/2006/relationships/tags" Target="../tags/tag142.xml"/><Relationship Id="rId5" Type="http://schemas.openxmlformats.org/officeDocument/2006/relationships/tags" Target="../tags/tag109.xml"/><Relationship Id="rId49" Type="http://schemas.openxmlformats.org/officeDocument/2006/relationships/image" Target="../media/image17.svg"/><Relationship Id="rId48" Type="http://schemas.openxmlformats.org/officeDocument/2006/relationships/image" Target="../media/image16.png"/><Relationship Id="rId47" Type="http://schemas.openxmlformats.org/officeDocument/2006/relationships/tags" Target="../tags/tag141.xml"/><Relationship Id="rId46" Type="http://schemas.openxmlformats.org/officeDocument/2006/relationships/tags" Target="../tags/tag140.xml"/><Relationship Id="rId45" Type="http://schemas.openxmlformats.org/officeDocument/2006/relationships/tags" Target="../tags/tag139.xml"/><Relationship Id="rId44" Type="http://schemas.openxmlformats.org/officeDocument/2006/relationships/tags" Target="../tags/tag138.xml"/><Relationship Id="rId43" Type="http://schemas.openxmlformats.org/officeDocument/2006/relationships/tags" Target="../tags/tag137.xml"/><Relationship Id="rId42" Type="http://schemas.openxmlformats.org/officeDocument/2006/relationships/tags" Target="../tags/tag136.xml"/><Relationship Id="rId41" Type="http://schemas.openxmlformats.org/officeDocument/2006/relationships/tags" Target="../tags/tag135.xml"/><Relationship Id="rId40" Type="http://schemas.openxmlformats.org/officeDocument/2006/relationships/tags" Target="../tags/tag134.xml"/><Relationship Id="rId4" Type="http://schemas.openxmlformats.org/officeDocument/2006/relationships/tags" Target="../tags/tag108.xml"/><Relationship Id="rId39" Type="http://schemas.openxmlformats.org/officeDocument/2006/relationships/image" Target="../media/image15.svg"/><Relationship Id="rId38" Type="http://schemas.openxmlformats.org/officeDocument/2006/relationships/image" Target="../media/image14.png"/><Relationship Id="rId37" Type="http://schemas.openxmlformats.org/officeDocument/2006/relationships/tags" Target="../tags/tag133.xml"/><Relationship Id="rId36" Type="http://schemas.openxmlformats.org/officeDocument/2006/relationships/tags" Target="../tags/tag132.xml"/><Relationship Id="rId35" Type="http://schemas.openxmlformats.org/officeDocument/2006/relationships/tags" Target="../tags/tag131.xml"/><Relationship Id="rId34" Type="http://schemas.openxmlformats.org/officeDocument/2006/relationships/image" Target="../media/image13.svg"/><Relationship Id="rId33" Type="http://schemas.openxmlformats.org/officeDocument/2006/relationships/image" Target="../media/image12.png"/><Relationship Id="rId32" Type="http://schemas.openxmlformats.org/officeDocument/2006/relationships/tags" Target="../tags/tag130.xml"/><Relationship Id="rId31" Type="http://schemas.openxmlformats.org/officeDocument/2006/relationships/tags" Target="../tags/tag129.xml"/><Relationship Id="rId30" Type="http://schemas.openxmlformats.org/officeDocument/2006/relationships/tags" Target="../tags/tag128.xml"/><Relationship Id="rId3" Type="http://schemas.openxmlformats.org/officeDocument/2006/relationships/tags" Target="../tags/tag107.xml"/><Relationship Id="rId29" Type="http://schemas.openxmlformats.org/officeDocument/2006/relationships/tags" Target="../tags/tag127.xml"/><Relationship Id="rId28" Type="http://schemas.openxmlformats.org/officeDocument/2006/relationships/tags" Target="../tags/tag126.xml"/><Relationship Id="rId27" Type="http://schemas.openxmlformats.org/officeDocument/2006/relationships/image" Target="../media/image11.svg"/><Relationship Id="rId26" Type="http://schemas.openxmlformats.org/officeDocument/2006/relationships/image" Target="../media/image10.png"/><Relationship Id="rId25" Type="http://schemas.openxmlformats.org/officeDocument/2006/relationships/tags" Target="../tags/tag125.xml"/><Relationship Id="rId24" Type="http://schemas.openxmlformats.org/officeDocument/2006/relationships/tags" Target="../tags/tag124.xml"/><Relationship Id="rId23" Type="http://schemas.openxmlformats.org/officeDocument/2006/relationships/tags" Target="../tags/tag123.xml"/><Relationship Id="rId22" Type="http://schemas.openxmlformats.org/officeDocument/2006/relationships/tags" Target="../tags/tag122.xml"/><Relationship Id="rId21" Type="http://schemas.openxmlformats.org/officeDocument/2006/relationships/tags" Target="../tags/tag121.xml"/><Relationship Id="rId20" Type="http://schemas.openxmlformats.org/officeDocument/2006/relationships/image" Target="../media/image9.svg"/><Relationship Id="rId2" Type="http://schemas.openxmlformats.org/officeDocument/2006/relationships/tags" Target="../tags/tag106.xml"/><Relationship Id="rId19" Type="http://schemas.openxmlformats.org/officeDocument/2006/relationships/image" Target="../media/image8.png"/><Relationship Id="rId18" Type="http://schemas.openxmlformats.org/officeDocument/2006/relationships/tags" Target="../tags/tag120.xml"/><Relationship Id="rId17" Type="http://schemas.openxmlformats.org/officeDocument/2006/relationships/tags" Target="../tags/tag119.xml"/><Relationship Id="rId16" Type="http://schemas.openxmlformats.org/officeDocument/2006/relationships/tags" Target="../tags/tag118.xml"/><Relationship Id="rId15" Type="http://schemas.openxmlformats.org/officeDocument/2006/relationships/tags" Target="../tags/tag117.xml"/><Relationship Id="rId14" Type="http://schemas.openxmlformats.org/officeDocument/2006/relationships/tags" Target="../tags/tag116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tags" Target="../tags/tag10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57.xml"/><Relationship Id="rId8" Type="http://schemas.openxmlformats.org/officeDocument/2006/relationships/image" Target="../media/image23.svg"/><Relationship Id="rId7" Type="http://schemas.openxmlformats.org/officeDocument/2006/relationships/image" Target="../media/image22.png"/><Relationship Id="rId6" Type="http://schemas.openxmlformats.org/officeDocument/2006/relationships/tags" Target="../tags/tag156.xml"/><Relationship Id="rId56" Type="http://schemas.openxmlformats.org/officeDocument/2006/relationships/slideLayout" Target="../slideLayouts/slideLayout6.xml"/><Relationship Id="rId55" Type="http://schemas.openxmlformats.org/officeDocument/2006/relationships/tags" Target="../tags/tag199.xml"/><Relationship Id="rId54" Type="http://schemas.openxmlformats.org/officeDocument/2006/relationships/tags" Target="../tags/tag198.xml"/><Relationship Id="rId53" Type="http://schemas.openxmlformats.org/officeDocument/2006/relationships/tags" Target="../tags/tag197.xml"/><Relationship Id="rId52" Type="http://schemas.openxmlformats.org/officeDocument/2006/relationships/tags" Target="../tags/tag196.xml"/><Relationship Id="rId51" Type="http://schemas.openxmlformats.org/officeDocument/2006/relationships/tags" Target="../tags/tag195.xml"/><Relationship Id="rId50" Type="http://schemas.openxmlformats.org/officeDocument/2006/relationships/tags" Target="../tags/tag194.xml"/><Relationship Id="rId5" Type="http://schemas.openxmlformats.org/officeDocument/2006/relationships/tags" Target="../tags/tag155.xml"/><Relationship Id="rId49" Type="http://schemas.openxmlformats.org/officeDocument/2006/relationships/tags" Target="../tags/tag193.xml"/><Relationship Id="rId48" Type="http://schemas.openxmlformats.org/officeDocument/2006/relationships/tags" Target="../tags/tag192.xml"/><Relationship Id="rId47" Type="http://schemas.openxmlformats.org/officeDocument/2006/relationships/tags" Target="../tags/tag191.xml"/><Relationship Id="rId46" Type="http://schemas.openxmlformats.org/officeDocument/2006/relationships/tags" Target="../tags/tag190.xml"/><Relationship Id="rId45" Type="http://schemas.openxmlformats.org/officeDocument/2006/relationships/tags" Target="../tags/tag189.xml"/><Relationship Id="rId44" Type="http://schemas.openxmlformats.org/officeDocument/2006/relationships/tags" Target="../tags/tag188.xml"/><Relationship Id="rId43" Type="http://schemas.openxmlformats.org/officeDocument/2006/relationships/tags" Target="../tags/tag187.xml"/><Relationship Id="rId42" Type="http://schemas.openxmlformats.org/officeDocument/2006/relationships/image" Target="../media/image27.svg"/><Relationship Id="rId41" Type="http://schemas.openxmlformats.org/officeDocument/2006/relationships/image" Target="../media/image26.png"/><Relationship Id="rId40" Type="http://schemas.openxmlformats.org/officeDocument/2006/relationships/tags" Target="../tags/tag186.xml"/><Relationship Id="rId4" Type="http://schemas.openxmlformats.org/officeDocument/2006/relationships/tags" Target="../tags/tag154.xml"/><Relationship Id="rId39" Type="http://schemas.openxmlformats.org/officeDocument/2006/relationships/tags" Target="../tags/tag185.xml"/><Relationship Id="rId38" Type="http://schemas.openxmlformats.org/officeDocument/2006/relationships/tags" Target="../tags/tag184.xml"/><Relationship Id="rId37" Type="http://schemas.openxmlformats.org/officeDocument/2006/relationships/tags" Target="../tags/tag183.xml"/><Relationship Id="rId36" Type="http://schemas.openxmlformats.org/officeDocument/2006/relationships/tags" Target="../tags/tag182.xml"/><Relationship Id="rId35" Type="http://schemas.openxmlformats.org/officeDocument/2006/relationships/tags" Target="../tags/tag181.xml"/><Relationship Id="rId34" Type="http://schemas.openxmlformats.org/officeDocument/2006/relationships/tags" Target="../tags/tag180.xml"/><Relationship Id="rId33" Type="http://schemas.openxmlformats.org/officeDocument/2006/relationships/tags" Target="../tags/tag179.xml"/><Relationship Id="rId32" Type="http://schemas.openxmlformats.org/officeDocument/2006/relationships/tags" Target="../tags/tag178.xml"/><Relationship Id="rId31" Type="http://schemas.openxmlformats.org/officeDocument/2006/relationships/tags" Target="../tags/tag177.xml"/><Relationship Id="rId30" Type="http://schemas.openxmlformats.org/officeDocument/2006/relationships/tags" Target="../tags/tag176.xml"/><Relationship Id="rId3" Type="http://schemas.openxmlformats.org/officeDocument/2006/relationships/tags" Target="../tags/tag153.xml"/><Relationship Id="rId29" Type="http://schemas.openxmlformats.org/officeDocument/2006/relationships/tags" Target="../tags/tag175.xml"/><Relationship Id="rId28" Type="http://schemas.openxmlformats.org/officeDocument/2006/relationships/tags" Target="../tags/tag174.xml"/><Relationship Id="rId27" Type="http://schemas.openxmlformats.org/officeDocument/2006/relationships/tags" Target="../tags/tag173.xml"/><Relationship Id="rId26" Type="http://schemas.openxmlformats.org/officeDocument/2006/relationships/tags" Target="../tags/tag172.xml"/><Relationship Id="rId25" Type="http://schemas.openxmlformats.org/officeDocument/2006/relationships/image" Target="../media/image25.svg"/><Relationship Id="rId24" Type="http://schemas.openxmlformats.org/officeDocument/2006/relationships/image" Target="../media/image24.png"/><Relationship Id="rId23" Type="http://schemas.openxmlformats.org/officeDocument/2006/relationships/tags" Target="../tags/tag171.xml"/><Relationship Id="rId22" Type="http://schemas.openxmlformats.org/officeDocument/2006/relationships/tags" Target="../tags/tag170.xml"/><Relationship Id="rId21" Type="http://schemas.openxmlformats.org/officeDocument/2006/relationships/tags" Target="../tags/tag169.xml"/><Relationship Id="rId20" Type="http://schemas.openxmlformats.org/officeDocument/2006/relationships/tags" Target="../tags/tag168.xml"/><Relationship Id="rId2" Type="http://schemas.openxmlformats.org/officeDocument/2006/relationships/tags" Target="../tags/tag152.xml"/><Relationship Id="rId19" Type="http://schemas.openxmlformats.org/officeDocument/2006/relationships/tags" Target="../tags/tag167.xml"/><Relationship Id="rId18" Type="http://schemas.openxmlformats.org/officeDocument/2006/relationships/tags" Target="../tags/tag166.xml"/><Relationship Id="rId17" Type="http://schemas.openxmlformats.org/officeDocument/2006/relationships/tags" Target="../tags/tag165.xml"/><Relationship Id="rId16" Type="http://schemas.openxmlformats.org/officeDocument/2006/relationships/tags" Target="../tags/tag164.xml"/><Relationship Id="rId15" Type="http://schemas.openxmlformats.org/officeDocument/2006/relationships/tags" Target="../tags/tag163.xml"/><Relationship Id="rId14" Type="http://schemas.openxmlformats.org/officeDocument/2006/relationships/tags" Target="../tags/tag162.xml"/><Relationship Id="rId13" Type="http://schemas.openxmlformats.org/officeDocument/2006/relationships/tags" Target="../tags/tag161.xml"/><Relationship Id="rId12" Type="http://schemas.openxmlformats.org/officeDocument/2006/relationships/tags" Target="../tags/tag160.xml"/><Relationship Id="rId11" Type="http://schemas.openxmlformats.org/officeDocument/2006/relationships/tags" Target="../tags/tag159.xml"/><Relationship Id="rId10" Type="http://schemas.openxmlformats.org/officeDocument/2006/relationships/tags" Target="../tags/tag158.xml"/><Relationship Id="rId1" Type="http://schemas.openxmlformats.org/officeDocument/2006/relationships/tags" Target="../tags/tag15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01.xml"/><Relationship Id="rId1" Type="http://schemas.openxmlformats.org/officeDocument/2006/relationships/tags" Target="../tags/tag20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08.xml"/><Relationship Id="rId8" Type="http://schemas.openxmlformats.org/officeDocument/2006/relationships/tags" Target="../tags/tag207.xml"/><Relationship Id="rId7" Type="http://schemas.openxmlformats.org/officeDocument/2006/relationships/tags" Target="../tags/tag206.xml"/><Relationship Id="rId62" Type="http://schemas.openxmlformats.org/officeDocument/2006/relationships/slideLayout" Target="../slideLayouts/slideLayout6.xml"/><Relationship Id="rId61" Type="http://schemas.openxmlformats.org/officeDocument/2006/relationships/tags" Target="../tags/tag250.xml"/><Relationship Id="rId60" Type="http://schemas.openxmlformats.org/officeDocument/2006/relationships/tags" Target="../tags/tag249.xml"/><Relationship Id="rId6" Type="http://schemas.openxmlformats.org/officeDocument/2006/relationships/image" Target="../media/image29.svg"/><Relationship Id="rId59" Type="http://schemas.openxmlformats.org/officeDocument/2006/relationships/tags" Target="../tags/tag248.xml"/><Relationship Id="rId58" Type="http://schemas.openxmlformats.org/officeDocument/2006/relationships/tags" Target="../tags/tag247.xml"/><Relationship Id="rId57" Type="http://schemas.openxmlformats.org/officeDocument/2006/relationships/tags" Target="../tags/tag246.xml"/><Relationship Id="rId56" Type="http://schemas.openxmlformats.org/officeDocument/2006/relationships/image" Target="../media/image39.svg"/><Relationship Id="rId55" Type="http://schemas.openxmlformats.org/officeDocument/2006/relationships/image" Target="../media/image38.png"/><Relationship Id="rId54" Type="http://schemas.openxmlformats.org/officeDocument/2006/relationships/tags" Target="../tags/tag245.xml"/><Relationship Id="rId53" Type="http://schemas.openxmlformats.org/officeDocument/2006/relationships/tags" Target="../tags/tag244.xml"/><Relationship Id="rId52" Type="http://schemas.openxmlformats.org/officeDocument/2006/relationships/tags" Target="../tags/tag243.xml"/><Relationship Id="rId51" Type="http://schemas.openxmlformats.org/officeDocument/2006/relationships/tags" Target="../tags/tag242.xml"/><Relationship Id="rId50" Type="http://schemas.openxmlformats.org/officeDocument/2006/relationships/tags" Target="../tags/tag241.xml"/><Relationship Id="rId5" Type="http://schemas.openxmlformats.org/officeDocument/2006/relationships/image" Target="../media/image28.png"/><Relationship Id="rId49" Type="http://schemas.openxmlformats.org/officeDocument/2006/relationships/tags" Target="../tags/tag240.xml"/><Relationship Id="rId48" Type="http://schemas.openxmlformats.org/officeDocument/2006/relationships/tags" Target="../tags/tag239.xml"/><Relationship Id="rId47" Type="http://schemas.openxmlformats.org/officeDocument/2006/relationships/tags" Target="../tags/tag238.xml"/><Relationship Id="rId46" Type="http://schemas.openxmlformats.org/officeDocument/2006/relationships/image" Target="../media/image37.svg"/><Relationship Id="rId45" Type="http://schemas.openxmlformats.org/officeDocument/2006/relationships/image" Target="../media/image36.png"/><Relationship Id="rId44" Type="http://schemas.openxmlformats.org/officeDocument/2006/relationships/tags" Target="../tags/tag237.xml"/><Relationship Id="rId43" Type="http://schemas.openxmlformats.org/officeDocument/2006/relationships/tags" Target="../tags/tag236.xml"/><Relationship Id="rId42" Type="http://schemas.openxmlformats.org/officeDocument/2006/relationships/tags" Target="../tags/tag235.xml"/><Relationship Id="rId41" Type="http://schemas.openxmlformats.org/officeDocument/2006/relationships/tags" Target="../tags/tag234.xml"/><Relationship Id="rId40" Type="http://schemas.openxmlformats.org/officeDocument/2006/relationships/tags" Target="../tags/tag233.xml"/><Relationship Id="rId4" Type="http://schemas.openxmlformats.org/officeDocument/2006/relationships/tags" Target="../tags/tag205.xml"/><Relationship Id="rId39" Type="http://schemas.openxmlformats.org/officeDocument/2006/relationships/tags" Target="../tags/tag232.xml"/><Relationship Id="rId38" Type="http://schemas.openxmlformats.org/officeDocument/2006/relationships/tags" Target="../tags/tag231.xml"/><Relationship Id="rId37" Type="http://schemas.openxmlformats.org/officeDocument/2006/relationships/tags" Target="../tags/tag230.xml"/><Relationship Id="rId36" Type="http://schemas.openxmlformats.org/officeDocument/2006/relationships/image" Target="../media/image35.svg"/><Relationship Id="rId35" Type="http://schemas.openxmlformats.org/officeDocument/2006/relationships/image" Target="../media/image34.png"/><Relationship Id="rId34" Type="http://schemas.openxmlformats.org/officeDocument/2006/relationships/tags" Target="../tags/tag229.xml"/><Relationship Id="rId33" Type="http://schemas.openxmlformats.org/officeDocument/2006/relationships/tags" Target="../tags/tag228.xml"/><Relationship Id="rId32" Type="http://schemas.openxmlformats.org/officeDocument/2006/relationships/tags" Target="../tags/tag227.xml"/><Relationship Id="rId31" Type="http://schemas.openxmlformats.org/officeDocument/2006/relationships/tags" Target="../tags/tag226.xml"/><Relationship Id="rId30" Type="http://schemas.openxmlformats.org/officeDocument/2006/relationships/tags" Target="../tags/tag225.xml"/><Relationship Id="rId3" Type="http://schemas.openxmlformats.org/officeDocument/2006/relationships/tags" Target="../tags/tag204.xml"/><Relationship Id="rId29" Type="http://schemas.openxmlformats.org/officeDocument/2006/relationships/tags" Target="../tags/tag224.xml"/><Relationship Id="rId28" Type="http://schemas.openxmlformats.org/officeDocument/2006/relationships/tags" Target="../tags/tag223.xml"/><Relationship Id="rId27" Type="http://schemas.openxmlformats.org/officeDocument/2006/relationships/tags" Target="../tags/tag222.xml"/><Relationship Id="rId26" Type="http://schemas.openxmlformats.org/officeDocument/2006/relationships/image" Target="../media/image33.svg"/><Relationship Id="rId25" Type="http://schemas.openxmlformats.org/officeDocument/2006/relationships/image" Target="../media/image32.png"/><Relationship Id="rId24" Type="http://schemas.openxmlformats.org/officeDocument/2006/relationships/tags" Target="../tags/tag221.xml"/><Relationship Id="rId23" Type="http://schemas.openxmlformats.org/officeDocument/2006/relationships/tags" Target="../tags/tag220.xml"/><Relationship Id="rId22" Type="http://schemas.openxmlformats.org/officeDocument/2006/relationships/tags" Target="../tags/tag219.xml"/><Relationship Id="rId21" Type="http://schemas.openxmlformats.org/officeDocument/2006/relationships/tags" Target="../tags/tag218.xml"/><Relationship Id="rId20" Type="http://schemas.openxmlformats.org/officeDocument/2006/relationships/tags" Target="../tags/tag217.xml"/><Relationship Id="rId2" Type="http://schemas.openxmlformats.org/officeDocument/2006/relationships/tags" Target="../tags/tag203.xml"/><Relationship Id="rId19" Type="http://schemas.openxmlformats.org/officeDocument/2006/relationships/tags" Target="../tags/tag216.xml"/><Relationship Id="rId18" Type="http://schemas.openxmlformats.org/officeDocument/2006/relationships/tags" Target="../tags/tag215.xml"/><Relationship Id="rId17" Type="http://schemas.openxmlformats.org/officeDocument/2006/relationships/tags" Target="../tags/tag214.xml"/><Relationship Id="rId16" Type="http://schemas.openxmlformats.org/officeDocument/2006/relationships/image" Target="../media/image31.svg"/><Relationship Id="rId15" Type="http://schemas.openxmlformats.org/officeDocument/2006/relationships/image" Target="../media/image30.png"/><Relationship Id="rId14" Type="http://schemas.openxmlformats.org/officeDocument/2006/relationships/tags" Target="../tags/tag213.xml"/><Relationship Id="rId13" Type="http://schemas.openxmlformats.org/officeDocument/2006/relationships/tags" Target="../tags/tag212.xml"/><Relationship Id="rId12" Type="http://schemas.openxmlformats.org/officeDocument/2006/relationships/tags" Target="../tags/tag211.xml"/><Relationship Id="rId11" Type="http://schemas.openxmlformats.org/officeDocument/2006/relationships/tags" Target="../tags/tag210.xml"/><Relationship Id="rId10" Type="http://schemas.openxmlformats.org/officeDocument/2006/relationships/tags" Target="../tags/tag209.xml"/><Relationship Id="rId1" Type="http://schemas.openxmlformats.org/officeDocument/2006/relationships/tags" Target="../tags/tag20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59.xml"/><Relationship Id="rId8" Type="http://schemas.openxmlformats.org/officeDocument/2006/relationships/tags" Target="../tags/tag258.xml"/><Relationship Id="rId7" Type="http://schemas.openxmlformats.org/officeDocument/2006/relationships/tags" Target="../tags/tag257.xml"/><Relationship Id="rId6" Type="http://schemas.openxmlformats.org/officeDocument/2006/relationships/tags" Target="../tags/tag256.xml"/><Relationship Id="rId5" Type="http://schemas.openxmlformats.org/officeDocument/2006/relationships/tags" Target="../tags/tag255.xml"/><Relationship Id="rId4" Type="http://schemas.openxmlformats.org/officeDocument/2006/relationships/tags" Target="../tags/tag254.xml"/><Relationship Id="rId3" Type="http://schemas.openxmlformats.org/officeDocument/2006/relationships/tags" Target="../tags/tag253.xml"/><Relationship Id="rId2" Type="http://schemas.openxmlformats.org/officeDocument/2006/relationships/tags" Target="../tags/tag252.xml"/><Relationship Id="rId10" Type="http://schemas.openxmlformats.org/officeDocument/2006/relationships/slideLayout" Target="../slideLayouts/slideLayout6.xml"/><Relationship Id="rId1" Type="http://schemas.openxmlformats.org/officeDocument/2006/relationships/tags" Target="../tags/tag25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68.xml"/><Relationship Id="rId8" Type="http://schemas.openxmlformats.org/officeDocument/2006/relationships/tags" Target="../tags/tag267.xml"/><Relationship Id="rId7" Type="http://schemas.openxmlformats.org/officeDocument/2006/relationships/tags" Target="../tags/tag266.xml"/><Relationship Id="rId6" Type="http://schemas.openxmlformats.org/officeDocument/2006/relationships/tags" Target="../tags/tag265.xml"/><Relationship Id="rId5" Type="http://schemas.openxmlformats.org/officeDocument/2006/relationships/tags" Target="../tags/tag264.xml"/><Relationship Id="rId4" Type="http://schemas.openxmlformats.org/officeDocument/2006/relationships/tags" Target="../tags/tag263.xml"/><Relationship Id="rId3" Type="http://schemas.openxmlformats.org/officeDocument/2006/relationships/tags" Target="../tags/tag262.xml"/><Relationship Id="rId2" Type="http://schemas.openxmlformats.org/officeDocument/2006/relationships/tags" Target="../tags/tag261.xml"/><Relationship Id="rId10" Type="http://schemas.openxmlformats.org/officeDocument/2006/relationships/slideLayout" Target="../slideLayouts/slideLayout6.xml"/><Relationship Id="rId1" Type="http://schemas.openxmlformats.org/officeDocument/2006/relationships/tags" Target="../tags/tag26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70.xml"/><Relationship Id="rId1" Type="http://schemas.openxmlformats.org/officeDocument/2006/relationships/tags" Target="../tags/tag26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79.xml"/><Relationship Id="rId8" Type="http://schemas.openxmlformats.org/officeDocument/2006/relationships/tags" Target="../tags/tag278.xml"/><Relationship Id="rId7" Type="http://schemas.openxmlformats.org/officeDocument/2006/relationships/tags" Target="../tags/tag277.xml"/><Relationship Id="rId6" Type="http://schemas.openxmlformats.org/officeDocument/2006/relationships/tags" Target="../tags/tag276.xml"/><Relationship Id="rId5" Type="http://schemas.openxmlformats.org/officeDocument/2006/relationships/tags" Target="../tags/tag275.xml"/><Relationship Id="rId4" Type="http://schemas.openxmlformats.org/officeDocument/2006/relationships/tags" Target="../tags/tag274.xml"/><Relationship Id="rId31" Type="http://schemas.openxmlformats.org/officeDocument/2006/relationships/slideLayout" Target="../slideLayouts/slideLayout6.xml"/><Relationship Id="rId30" Type="http://schemas.openxmlformats.org/officeDocument/2006/relationships/tags" Target="../tags/tag300.xml"/><Relationship Id="rId3" Type="http://schemas.openxmlformats.org/officeDocument/2006/relationships/tags" Target="../tags/tag273.xml"/><Relationship Id="rId29" Type="http://schemas.openxmlformats.org/officeDocument/2006/relationships/tags" Target="../tags/tag299.xml"/><Relationship Id="rId28" Type="http://schemas.openxmlformats.org/officeDocument/2006/relationships/tags" Target="../tags/tag298.xml"/><Relationship Id="rId27" Type="http://schemas.openxmlformats.org/officeDocument/2006/relationships/tags" Target="../tags/tag297.xml"/><Relationship Id="rId26" Type="http://schemas.openxmlformats.org/officeDocument/2006/relationships/tags" Target="../tags/tag296.xml"/><Relationship Id="rId25" Type="http://schemas.openxmlformats.org/officeDocument/2006/relationships/tags" Target="../tags/tag295.xml"/><Relationship Id="rId24" Type="http://schemas.openxmlformats.org/officeDocument/2006/relationships/tags" Target="../tags/tag294.xml"/><Relationship Id="rId23" Type="http://schemas.openxmlformats.org/officeDocument/2006/relationships/tags" Target="../tags/tag293.xml"/><Relationship Id="rId22" Type="http://schemas.openxmlformats.org/officeDocument/2006/relationships/tags" Target="../tags/tag292.xml"/><Relationship Id="rId21" Type="http://schemas.openxmlformats.org/officeDocument/2006/relationships/tags" Target="../tags/tag291.xml"/><Relationship Id="rId20" Type="http://schemas.openxmlformats.org/officeDocument/2006/relationships/tags" Target="../tags/tag290.xml"/><Relationship Id="rId2" Type="http://schemas.openxmlformats.org/officeDocument/2006/relationships/tags" Target="../tags/tag272.xml"/><Relationship Id="rId19" Type="http://schemas.openxmlformats.org/officeDocument/2006/relationships/tags" Target="../tags/tag289.xml"/><Relationship Id="rId18" Type="http://schemas.openxmlformats.org/officeDocument/2006/relationships/tags" Target="../tags/tag288.xml"/><Relationship Id="rId17" Type="http://schemas.openxmlformats.org/officeDocument/2006/relationships/tags" Target="../tags/tag287.xml"/><Relationship Id="rId16" Type="http://schemas.openxmlformats.org/officeDocument/2006/relationships/tags" Target="../tags/tag286.xml"/><Relationship Id="rId15" Type="http://schemas.openxmlformats.org/officeDocument/2006/relationships/tags" Target="../tags/tag285.xml"/><Relationship Id="rId14" Type="http://schemas.openxmlformats.org/officeDocument/2006/relationships/tags" Target="../tags/tag284.xml"/><Relationship Id="rId13" Type="http://schemas.openxmlformats.org/officeDocument/2006/relationships/tags" Target="../tags/tag283.xml"/><Relationship Id="rId12" Type="http://schemas.openxmlformats.org/officeDocument/2006/relationships/tags" Target="../tags/tag282.xml"/><Relationship Id="rId11" Type="http://schemas.openxmlformats.org/officeDocument/2006/relationships/tags" Target="../tags/tag281.xml"/><Relationship Id="rId10" Type="http://schemas.openxmlformats.org/officeDocument/2006/relationships/tags" Target="../tags/tag280.xml"/><Relationship Id="rId1" Type="http://schemas.openxmlformats.org/officeDocument/2006/relationships/tags" Target="../tags/tag27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302.xml"/><Relationship Id="rId1" Type="http://schemas.openxmlformats.org/officeDocument/2006/relationships/tags" Target="../tags/tag301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ags" Target="../tags/tag307.xml"/><Relationship Id="rId4" Type="http://schemas.openxmlformats.org/officeDocument/2006/relationships/tags" Target="../tags/tag306.xml"/><Relationship Id="rId3" Type="http://schemas.openxmlformats.org/officeDocument/2006/relationships/tags" Target="../tags/tag305.xml"/><Relationship Id="rId2" Type="http://schemas.openxmlformats.org/officeDocument/2006/relationships/tags" Target="../tags/tag304.xml"/><Relationship Id="rId1" Type="http://schemas.openxmlformats.org/officeDocument/2006/relationships/tags" Target="../tags/tag30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tags" Target="../tags/tag313.xml"/><Relationship Id="rId7" Type="http://schemas.openxmlformats.org/officeDocument/2006/relationships/tags" Target="../tags/tag312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2" Type="http://schemas.openxmlformats.org/officeDocument/2006/relationships/slideLayout" Target="../slideLayouts/slideLayout6.xml"/><Relationship Id="rId41" Type="http://schemas.openxmlformats.org/officeDocument/2006/relationships/tags" Target="../tags/tag340.xml"/><Relationship Id="rId40" Type="http://schemas.openxmlformats.org/officeDocument/2006/relationships/tags" Target="../tags/tag339.xml"/><Relationship Id="rId4" Type="http://schemas.openxmlformats.org/officeDocument/2006/relationships/tags" Target="../tags/tag311.xml"/><Relationship Id="rId39" Type="http://schemas.openxmlformats.org/officeDocument/2006/relationships/tags" Target="../tags/tag338.xml"/><Relationship Id="rId38" Type="http://schemas.openxmlformats.org/officeDocument/2006/relationships/tags" Target="../tags/tag337.xml"/><Relationship Id="rId37" Type="http://schemas.openxmlformats.org/officeDocument/2006/relationships/tags" Target="../tags/tag336.xml"/><Relationship Id="rId36" Type="http://schemas.openxmlformats.org/officeDocument/2006/relationships/image" Target="../media/image47.svg"/><Relationship Id="rId35" Type="http://schemas.openxmlformats.org/officeDocument/2006/relationships/image" Target="../media/image46.png"/><Relationship Id="rId34" Type="http://schemas.openxmlformats.org/officeDocument/2006/relationships/tags" Target="../tags/tag335.xml"/><Relationship Id="rId33" Type="http://schemas.openxmlformats.org/officeDocument/2006/relationships/tags" Target="../tags/tag334.xml"/><Relationship Id="rId32" Type="http://schemas.openxmlformats.org/officeDocument/2006/relationships/tags" Target="../tags/tag333.xml"/><Relationship Id="rId31" Type="http://schemas.openxmlformats.org/officeDocument/2006/relationships/tags" Target="../tags/tag332.xml"/><Relationship Id="rId30" Type="http://schemas.openxmlformats.org/officeDocument/2006/relationships/tags" Target="../tags/tag331.xml"/><Relationship Id="rId3" Type="http://schemas.openxmlformats.org/officeDocument/2006/relationships/tags" Target="../tags/tag310.xml"/><Relationship Id="rId29" Type="http://schemas.openxmlformats.org/officeDocument/2006/relationships/tags" Target="../tags/tag330.xml"/><Relationship Id="rId28" Type="http://schemas.openxmlformats.org/officeDocument/2006/relationships/tags" Target="../tags/tag329.xml"/><Relationship Id="rId27" Type="http://schemas.openxmlformats.org/officeDocument/2006/relationships/tags" Target="../tags/tag328.xml"/><Relationship Id="rId26" Type="http://schemas.openxmlformats.org/officeDocument/2006/relationships/image" Target="../media/image45.svg"/><Relationship Id="rId25" Type="http://schemas.openxmlformats.org/officeDocument/2006/relationships/image" Target="../media/image44.png"/><Relationship Id="rId24" Type="http://schemas.openxmlformats.org/officeDocument/2006/relationships/tags" Target="../tags/tag327.xml"/><Relationship Id="rId23" Type="http://schemas.openxmlformats.org/officeDocument/2006/relationships/tags" Target="../tags/tag326.xml"/><Relationship Id="rId22" Type="http://schemas.openxmlformats.org/officeDocument/2006/relationships/tags" Target="../tags/tag325.xml"/><Relationship Id="rId21" Type="http://schemas.openxmlformats.org/officeDocument/2006/relationships/tags" Target="../tags/tag324.xml"/><Relationship Id="rId20" Type="http://schemas.openxmlformats.org/officeDocument/2006/relationships/tags" Target="../tags/tag323.xml"/><Relationship Id="rId2" Type="http://schemas.openxmlformats.org/officeDocument/2006/relationships/tags" Target="../tags/tag309.xml"/><Relationship Id="rId19" Type="http://schemas.openxmlformats.org/officeDocument/2006/relationships/tags" Target="../tags/tag322.xml"/><Relationship Id="rId18" Type="http://schemas.openxmlformats.org/officeDocument/2006/relationships/tags" Target="../tags/tag321.xml"/><Relationship Id="rId17" Type="http://schemas.openxmlformats.org/officeDocument/2006/relationships/tags" Target="../tags/tag320.xml"/><Relationship Id="rId16" Type="http://schemas.openxmlformats.org/officeDocument/2006/relationships/image" Target="../media/image43.svg"/><Relationship Id="rId15" Type="http://schemas.openxmlformats.org/officeDocument/2006/relationships/image" Target="../media/image42.png"/><Relationship Id="rId14" Type="http://schemas.openxmlformats.org/officeDocument/2006/relationships/tags" Target="../tags/tag319.xml"/><Relationship Id="rId13" Type="http://schemas.openxmlformats.org/officeDocument/2006/relationships/tags" Target="../tags/tag318.xml"/><Relationship Id="rId12" Type="http://schemas.openxmlformats.org/officeDocument/2006/relationships/tags" Target="../tags/tag317.xml"/><Relationship Id="rId11" Type="http://schemas.openxmlformats.org/officeDocument/2006/relationships/tags" Target="../tags/tag316.xml"/><Relationship Id="rId10" Type="http://schemas.openxmlformats.org/officeDocument/2006/relationships/tags" Target="../tags/tag315.xml"/><Relationship Id="rId1" Type="http://schemas.openxmlformats.org/officeDocument/2006/relationships/tags" Target="../tags/tag30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49.xml"/><Relationship Id="rId8" Type="http://schemas.openxmlformats.org/officeDocument/2006/relationships/tags" Target="../tags/tag348.xml"/><Relationship Id="rId7" Type="http://schemas.openxmlformats.org/officeDocument/2006/relationships/tags" Target="../tags/tag347.xml"/><Relationship Id="rId6" Type="http://schemas.openxmlformats.org/officeDocument/2006/relationships/tags" Target="../tags/tag346.xml"/><Relationship Id="rId5" Type="http://schemas.openxmlformats.org/officeDocument/2006/relationships/tags" Target="../tags/tag345.xml"/><Relationship Id="rId4" Type="http://schemas.openxmlformats.org/officeDocument/2006/relationships/tags" Target="../tags/tag344.xml"/><Relationship Id="rId3" Type="http://schemas.openxmlformats.org/officeDocument/2006/relationships/tags" Target="../tags/tag343.xml"/><Relationship Id="rId28" Type="http://schemas.openxmlformats.org/officeDocument/2006/relationships/slideLayout" Target="../slideLayouts/slideLayout6.xml"/><Relationship Id="rId27" Type="http://schemas.openxmlformats.org/officeDocument/2006/relationships/tags" Target="../tags/tag367.xml"/><Relationship Id="rId26" Type="http://schemas.openxmlformats.org/officeDocument/2006/relationships/tags" Target="../tags/tag366.xml"/><Relationship Id="rId25" Type="http://schemas.openxmlformats.org/officeDocument/2006/relationships/tags" Target="../tags/tag365.xml"/><Relationship Id="rId24" Type="http://schemas.openxmlformats.org/officeDocument/2006/relationships/tags" Target="../tags/tag364.xml"/><Relationship Id="rId23" Type="http://schemas.openxmlformats.org/officeDocument/2006/relationships/tags" Target="../tags/tag363.xml"/><Relationship Id="rId22" Type="http://schemas.openxmlformats.org/officeDocument/2006/relationships/tags" Target="../tags/tag362.xml"/><Relationship Id="rId21" Type="http://schemas.openxmlformats.org/officeDocument/2006/relationships/tags" Target="../tags/tag361.xml"/><Relationship Id="rId20" Type="http://schemas.openxmlformats.org/officeDocument/2006/relationships/tags" Target="../tags/tag360.xml"/><Relationship Id="rId2" Type="http://schemas.openxmlformats.org/officeDocument/2006/relationships/tags" Target="../tags/tag342.xml"/><Relationship Id="rId19" Type="http://schemas.openxmlformats.org/officeDocument/2006/relationships/tags" Target="../tags/tag359.xml"/><Relationship Id="rId18" Type="http://schemas.openxmlformats.org/officeDocument/2006/relationships/tags" Target="../tags/tag358.xml"/><Relationship Id="rId17" Type="http://schemas.openxmlformats.org/officeDocument/2006/relationships/tags" Target="../tags/tag357.xml"/><Relationship Id="rId16" Type="http://schemas.openxmlformats.org/officeDocument/2006/relationships/tags" Target="../tags/tag356.xml"/><Relationship Id="rId15" Type="http://schemas.openxmlformats.org/officeDocument/2006/relationships/tags" Target="../tags/tag355.xml"/><Relationship Id="rId14" Type="http://schemas.openxmlformats.org/officeDocument/2006/relationships/tags" Target="../tags/tag354.xml"/><Relationship Id="rId13" Type="http://schemas.openxmlformats.org/officeDocument/2006/relationships/tags" Target="../tags/tag353.xml"/><Relationship Id="rId12" Type="http://schemas.openxmlformats.org/officeDocument/2006/relationships/tags" Target="../tags/tag352.xml"/><Relationship Id="rId11" Type="http://schemas.openxmlformats.org/officeDocument/2006/relationships/tags" Target="../tags/tag351.xml"/><Relationship Id="rId10" Type="http://schemas.openxmlformats.org/officeDocument/2006/relationships/tags" Target="../tags/tag350.xml"/><Relationship Id="rId1" Type="http://schemas.openxmlformats.org/officeDocument/2006/relationships/tags" Target="../tags/tag34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370.xml"/><Relationship Id="rId2" Type="http://schemas.openxmlformats.org/officeDocument/2006/relationships/tags" Target="../tags/tag369.xml"/><Relationship Id="rId1" Type="http://schemas.openxmlformats.org/officeDocument/2006/relationships/tags" Target="../tags/tag368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373.xml"/><Relationship Id="rId2" Type="http://schemas.openxmlformats.org/officeDocument/2006/relationships/tags" Target="../tags/tag372.xml"/><Relationship Id="rId1" Type="http://schemas.openxmlformats.org/officeDocument/2006/relationships/tags" Target="../tags/tag37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375.xml"/><Relationship Id="rId1" Type="http://schemas.openxmlformats.org/officeDocument/2006/relationships/tags" Target="../tags/tag374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84.xml"/><Relationship Id="rId8" Type="http://schemas.openxmlformats.org/officeDocument/2006/relationships/tags" Target="../tags/tag383.xml"/><Relationship Id="rId7" Type="http://schemas.openxmlformats.org/officeDocument/2006/relationships/tags" Target="../tags/tag382.xml"/><Relationship Id="rId6" Type="http://schemas.openxmlformats.org/officeDocument/2006/relationships/tags" Target="../tags/tag381.xml"/><Relationship Id="rId5" Type="http://schemas.openxmlformats.org/officeDocument/2006/relationships/tags" Target="../tags/tag380.xml"/><Relationship Id="rId40" Type="http://schemas.openxmlformats.org/officeDocument/2006/relationships/slideLayout" Target="../slideLayouts/slideLayout6.xml"/><Relationship Id="rId4" Type="http://schemas.openxmlformats.org/officeDocument/2006/relationships/tags" Target="../tags/tag379.xml"/><Relationship Id="rId39" Type="http://schemas.openxmlformats.org/officeDocument/2006/relationships/tags" Target="../tags/tag414.xml"/><Relationship Id="rId38" Type="http://schemas.openxmlformats.org/officeDocument/2006/relationships/tags" Target="../tags/tag413.xml"/><Relationship Id="rId37" Type="http://schemas.openxmlformats.org/officeDocument/2006/relationships/tags" Target="../tags/tag412.xml"/><Relationship Id="rId36" Type="http://schemas.openxmlformats.org/officeDocument/2006/relationships/tags" Target="../tags/tag411.xml"/><Relationship Id="rId35" Type="http://schemas.openxmlformats.org/officeDocument/2006/relationships/tags" Target="../tags/tag410.xml"/><Relationship Id="rId34" Type="http://schemas.openxmlformats.org/officeDocument/2006/relationships/tags" Target="../tags/tag409.xml"/><Relationship Id="rId33" Type="http://schemas.openxmlformats.org/officeDocument/2006/relationships/tags" Target="../tags/tag408.xml"/><Relationship Id="rId32" Type="http://schemas.openxmlformats.org/officeDocument/2006/relationships/tags" Target="../tags/tag407.xml"/><Relationship Id="rId31" Type="http://schemas.openxmlformats.org/officeDocument/2006/relationships/tags" Target="../tags/tag406.xml"/><Relationship Id="rId30" Type="http://schemas.openxmlformats.org/officeDocument/2006/relationships/tags" Target="../tags/tag405.xml"/><Relationship Id="rId3" Type="http://schemas.openxmlformats.org/officeDocument/2006/relationships/tags" Target="../tags/tag378.xml"/><Relationship Id="rId29" Type="http://schemas.openxmlformats.org/officeDocument/2006/relationships/tags" Target="../tags/tag404.xml"/><Relationship Id="rId28" Type="http://schemas.openxmlformats.org/officeDocument/2006/relationships/tags" Target="../tags/tag403.xml"/><Relationship Id="rId27" Type="http://schemas.openxmlformats.org/officeDocument/2006/relationships/tags" Target="../tags/tag402.xml"/><Relationship Id="rId26" Type="http://schemas.openxmlformats.org/officeDocument/2006/relationships/tags" Target="../tags/tag401.xml"/><Relationship Id="rId25" Type="http://schemas.openxmlformats.org/officeDocument/2006/relationships/tags" Target="../tags/tag400.xml"/><Relationship Id="rId24" Type="http://schemas.openxmlformats.org/officeDocument/2006/relationships/tags" Target="../tags/tag399.xml"/><Relationship Id="rId23" Type="http://schemas.openxmlformats.org/officeDocument/2006/relationships/tags" Target="../tags/tag398.xml"/><Relationship Id="rId22" Type="http://schemas.openxmlformats.org/officeDocument/2006/relationships/tags" Target="../tags/tag397.xml"/><Relationship Id="rId21" Type="http://schemas.openxmlformats.org/officeDocument/2006/relationships/tags" Target="../tags/tag396.xml"/><Relationship Id="rId20" Type="http://schemas.openxmlformats.org/officeDocument/2006/relationships/tags" Target="../tags/tag395.xml"/><Relationship Id="rId2" Type="http://schemas.openxmlformats.org/officeDocument/2006/relationships/tags" Target="../tags/tag377.xml"/><Relationship Id="rId19" Type="http://schemas.openxmlformats.org/officeDocument/2006/relationships/tags" Target="../tags/tag394.xml"/><Relationship Id="rId18" Type="http://schemas.openxmlformats.org/officeDocument/2006/relationships/tags" Target="../tags/tag393.xml"/><Relationship Id="rId17" Type="http://schemas.openxmlformats.org/officeDocument/2006/relationships/tags" Target="../tags/tag392.xml"/><Relationship Id="rId16" Type="http://schemas.openxmlformats.org/officeDocument/2006/relationships/tags" Target="../tags/tag391.xml"/><Relationship Id="rId15" Type="http://schemas.openxmlformats.org/officeDocument/2006/relationships/tags" Target="../tags/tag390.xml"/><Relationship Id="rId14" Type="http://schemas.openxmlformats.org/officeDocument/2006/relationships/tags" Target="../tags/tag389.xml"/><Relationship Id="rId13" Type="http://schemas.openxmlformats.org/officeDocument/2006/relationships/tags" Target="../tags/tag388.xml"/><Relationship Id="rId12" Type="http://schemas.openxmlformats.org/officeDocument/2006/relationships/tags" Target="../tags/tag387.xml"/><Relationship Id="rId11" Type="http://schemas.openxmlformats.org/officeDocument/2006/relationships/tags" Target="../tags/tag386.xml"/><Relationship Id="rId10" Type="http://schemas.openxmlformats.org/officeDocument/2006/relationships/tags" Target="../tags/tag385.xml"/><Relationship Id="rId1" Type="http://schemas.openxmlformats.org/officeDocument/2006/relationships/tags" Target="../tags/tag376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423.xml"/><Relationship Id="rId8" Type="http://schemas.openxmlformats.org/officeDocument/2006/relationships/tags" Target="../tags/tag422.xml"/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2" Type="http://schemas.openxmlformats.org/officeDocument/2006/relationships/slideLayout" Target="../slideLayouts/slideLayout6.xml"/><Relationship Id="rId41" Type="http://schemas.openxmlformats.org/officeDocument/2006/relationships/tags" Target="../tags/tag455.xml"/><Relationship Id="rId40" Type="http://schemas.openxmlformats.org/officeDocument/2006/relationships/tags" Target="../tags/tag454.xml"/><Relationship Id="rId4" Type="http://schemas.openxmlformats.org/officeDocument/2006/relationships/tags" Target="../tags/tag418.xml"/><Relationship Id="rId39" Type="http://schemas.openxmlformats.org/officeDocument/2006/relationships/tags" Target="../tags/tag453.xml"/><Relationship Id="rId38" Type="http://schemas.openxmlformats.org/officeDocument/2006/relationships/tags" Target="../tags/tag452.xml"/><Relationship Id="rId37" Type="http://schemas.openxmlformats.org/officeDocument/2006/relationships/tags" Target="../tags/tag451.xml"/><Relationship Id="rId36" Type="http://schemas.openxmlformats.org/officeDocument/2006/relationships/tags" Target="../tags/tag450.xml"/><Relationship Id="rId35" Type="http://schemas.openxmlformats.org/officeDocument/2006/relationships/tags" Target="../tags/tag449.xml"/><Relationship Id="rId34" Type="http://schemas.openxmlformats.org/officeDocument/2006/relationships/tags" Target="../tags/tag448.xml"/><Relationship Id="rId33" Type="http://schemas.openxmlformats.org/officeDocument/2006/relationships/tags" Target="../tags/tag447.xml"/><Relationship Id="rId32" Type="http://schemas.openxmlformats.org/officeDocument/2006/relationships/tags" Target="../tags/tag446.xml"/><Relationship Id="rId31" Type="http://schemas.openxmlformats.org/officeDocument/2006/relationships/tags" Target="../tags/tag445.xml"/><Relationship Id="rId30" Type="http://schemas.openxmlformats.org/officeDocument/2006/relationships/tags" Target="../tags/tag444.xml"/><Relationship Id="rId3" Type="http://schemas.openxmlformats.org/officeDocument/2006/relationships/tags" Target="../tags/tag417.xml"/><Relationship Id="rId29" Type="http://schemas.openxmlformats.org/officeDocument/2006/relationships/tags" Target="../tags/tag443.xml"/><Relationship Id="rId28" Type="http://schemas.openxmlformats.org/officeDocument/2006/relationships/tags" Target="../tags/tag442.xml"/><Relationship Id="rId27" Type="http://schemas.openxmlformats.org/officeDocument/2006/relationships/tags" Target="../tags/tag441.xml"/><Relationship Id="rId26" Type="http://schemas.openxmlformats.org/officeDocument/2006/relationships/tags" Target="../tags/tag440.xml"/><Relationship Id="rId25" Type="http://schemas.openxmlformats.org/officeDocument/2006/relationships/tags" Target="../tags/tag439.xml"/><Relationship Id="rId24" Type="http://schemas.openxmlformats.org/officeDocument/2006/relationships/tags" Target="../tags/tag438.xml"/><Relationship Id="rId23" Type="http://schemas.openxmlformats.org/officeDocument/2006/relationships/tags" Target="../tags/tag437.xml"/><Relationship Id="rId22" Type="http://schemas.openxmlformats.org/officeDocument/2006/relationships/tags" Target="../tags/tag436.xml"/><Relationship Id="rId21" Type="http://schemas.openxmlformats.org/officeDocument/2006/relationships/tags" Target="../tags/tag435.xml"/><Relationship Id="rId20" Type="http://schemas.openxmlformats.org/officeDocument/2006/relationships/tags" Target="../tags/tag434.xml"/><Relationship Id="rId2" Type="http://schemas.openxmlformats.org/officeDocument/2006/relationships/tags" Target="../tags/tag416.xml"/><Relationship Id="rId19" Type="http://schemas.openxmlformats.org/officeDocument/2006/relationships/tags" Target="../tags/tag433.xml"/><Relationship Id="rId18" Type="http://schemas.openxmlformats.org/officeDocument/2006/relationships/tags" Target="../tags/tag432.xml"/><Relationship Id="rId17" Type="http://schemas.openxmlformats.org/officeDocument/2006/relationships/tags" Target="../tags/tag431.xml"/><Relationship Id="rId16" Type="http://schemas.openxmlformats.org/officeDocument/2006/relationships/tags" Target="../tags/tag430.xml"/><Relationship Id="rId15" Type="http://schemas.openxmlformats.org/officeDocument/2006/relationships/tags" Target="../tags/tag429.xml"/><Relationship Id="rId14" Type="http://schemas.openxmlformats.org/officeDocument/2006/relationships/tags" Target="../tags/tag428.xml"/><Relationship Id="rId13" Type="http://schemas.openxmlformats.org/officeDocument/2006/relationships/tags" Target="../tags/tag427.xml"/><Relationship Id="rId12" Type="http://schemas.openxmlformats.org/officeDocument/2006/relationships/tags" Target="../tags/tag426.xml"/><Relationship Id="rId11" Type="http://schemas.openxmlformats.org/officeDocument/2006/relationships/tags" Target="../tags/tag425.xml"/><Relationship Id="rId10" Type="http://schemas.openxmlformats.org/officeDocument/2006/relationships/tags" Target="../tags/tag424.xml"/><Relationship Id="rId1" Type="http://schemas.openxmlformats.org/officeDocument/2006/relationships/tags" Target="../tags/tag415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png"/><Relationship Id="rId8" Type="http://schemas.openxmlformats.org/officeDocument/2006/relationships/tags" Target="../tags/tag463.xml"/><Relationship Id="rId7" Type="http://schemas.openxmlformats.org/officeDocument/2006/relationships/tags" Target="../tags/tag462.xml"/><Relationship Id="rId6" Type="http://schemas.openxmlformats.org/officeDocument/2006/relationships/tags" Target="../tags/tag461.xml"/><Relationship Id="rId5" Type="http://schemas.openxmlformats.org/officeDocument/2006/relationships/tags" Target="../tags/tag460.xml"/><Relationship Id="rId42" Type="http://schemas.openxmlformats.org/officeDocument/2006/relationships/slideLayout" Target="../slideLayouts/slideLayout6.xml"/><Relationship Id="rId41" Type="http://schemas.openxmlformats.org/officeDocument/2006/relationships/tags" Target="../tags/tag484.xml"/><Relationship Id="rId40" Type="http://schemas.openxmlformats.org/officeDocument/2006/relationships/tags" Target="../tags/tag483.xml"/><Relationship Id="rId4" Type="http://schemas.openxmlformats.org/officeDocument/2006/relationships/tags" Target="../tags/tag459.xml"/><Relationship Id="rId39" Type="http://schemas.openxmlformats.org/officeDocument/2006/relationships/tags" Target="../tags/tag482.xml"/><Relationship Id="rId38" Type="http://schemas.openxmlformats.org/officeDocument/2006/relationships/image" Target="../media/image59.svg"/><Relationship Id="rId37" Type="http://schemas.openxmlformats.org/officeDocument/2006/relationships/image" Target="../media/image58.png"/><Relationship Id="rId36" Type="http://schemas.openxmlformats.org/officeDocument/2006/relationships/tags" Target="../tags/tag481.xml"/><Relationship Id="rId35" Type="http://schemas.openxmlformats.org/officeDocument/2006/relationships/tags" Target="../tags/tag480.xml"/><Relationship Id="rId34" Type="http://schemas.openxmlformats.org/officeDocument/2006/relationships/tags" Target="../tags/tag479.xml"/><Relationship Id="rId33" Type="http://schemas.openxmlformats.org/officeDocument/2006/relationships/image" Target="../media/image57.svg"/><Relationship Id="rId32" Type="http://schemas.openxmlformats.org/officeDocument/2006/relationships/image" Target="../media/image56.png"/><Relationship Id="rId31" Type="http://schemas.openxmlformats.org/officeDocument/2006/relationships/tags" Target="../tags/tag478.xml"/><Relationship Id="rId30" Type="http://schemas.openxmlformats.org/officeDocument/2006/relationships/tags" Target="../tags/tag477.xml"/><Relationship Id="rId3" Type="http://schemas.openxmlformats.org/officeDocument/2006/relationships/tags" Target="../tags/tag458.xml"/><Relationship Id="rId29" Type="http://schemas.openxmlformats.org/officeDocument/2006/relationships/image" Target="../media/image55.svg"/><Relationship Id="rId28" Type="http://schemas.openxmlformats.org/officeDocument/2006/relationships/image" Target="../media/image54.png"/><Relationship Id="rId27" Type="http://schemas.openxmlformats.org/officeDocument/2006/relationships/tags" Target="../tags/tag476.xml"/><Relationship Id="rId26" Type="http://schemas.openxmlformats.org/officeDocument/2006/relationships/tags" Target="../tags/tag475.xml"/><Relationship Id="rId25" Type="http://schemas.openxmlformats.org/officeDocument/2006/relationships/tags" Target="../tags/tag474.xml"/><Relationship Id="rId24" Type="http://schemas.openxmlformats.org/officeDocument/2006/relationships/tags" Target="../tags/tag473.xml"/><Relationship Id="rId23" Type="http://schemas.openxmlformats.org/officeDocument/2006/relationships/tags" Target="../tags/tag472.xml"/><Relationship Id="rId22" Type="http://schemas.openxmlformats.org/officeDocument/2006/relationships/tags" Target="../tags/tag471.xml"/><Relationship Id="rId21" Type="http://schemas.openxmlformats.org/officeDocument/2006/relationships/tags" Target="../tags/tag470.xml"/><Relationship Id="rId20" Type="http://schemas.openxmlformats.org/officeDocument/2006/relationships/image" Target="../media/image53.svg"/><Relationship Id="rId2" Type="http://schemas.openxmlformats.org/officeDocument/2006/relationships/tags" Target="../tags/tag457.xml"/><Relationship Id="rId19" Type="http://schemas.openxmlformats.org/officeDocument/2006/relationships/image" Target="../media/image52.png"/><Relationship Id="rId18" Type="http://schemas.openxmlformats.org/officeDocument/2006/relationships/tags" Target="../tags/tag469.xml"/><Relationship Id="rId17" Type="http://schemas.openxmlformats.org/officeDocument/2006/relationships/tags" Target="../tags/tag468.xml"/><Relationship Id="rId16" Type="http://schemas.openxmlformats.org/officeDocument/2006/relationships/tags" Target="../tags/tag467.xml"/><Relationship Id="rId15" Type="http://schemas.openxmlformats.org/officeDocument/2006/relationships/tags" Target="../tags/tag466.xml"/><Relationship Id="rId14" Type="http://schemas.openxmlformats.org/officeDocument/2006/relationships/image" Target="../media/image51.svg"/><Relationship Id="rId13" Type="http://schemas.openxmlformats.org/officeDocument/2006/relationships/image" Target="../media/image50.png"/><Relationship Id="rId12" Type="http://schemas.openxmlformats.org/officeDocument/2006/relationships/tags" Target="../tags/tag465.xml"/><Relationship Id="rId11" Type="http://schemas.openxmlformats.org/officeDocument/2006/relationships/tags" Target="../tags/tag464.xml"/><Relationship Id="rId10" Type="http://schemas.openxmlformats.org/officeDocument/2006/relationships/image" Target="../media/image49.svg"/><Relationship Id="rId1" Type="http://schemas.openxmlformats.org/officeDocument/2006/relationships/tags" Target="../tags/tag45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486.xml"/><Relationship Id="rId1" Type="http://schemas.openxmlformats.org/officeDocument/2006/relationships/tags" Target="../tags/tag485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489.xml"/><Relationship Id="rId2" Type="http://schemas.openxmlformats.org/officeDocument/2006/relationships/tags" Target="../tags/tag488.xml"/><Relationship Id="rId1" Type="http://schemas.openxmlformats.org/officeDocument/2006/relationships/tags" Target="../tags/tag4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2026/08/31</a:t>
            </a:r>
            <a:endParaRPr lang="en-US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MediaRefitAgent 智能体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90"/>
            <p:custDataLst>
              <p:tags r:id="rId3"/>
            </p:custDataLst>
          </p:nvPr>
        </p:nvSpPr>
        <p:spPr>
          <a:solidFill>
            <a:srgbClr val="FFFFFF">
              <a:alpha val="80000"/>
            </a:srgbClr>
          </a:solidFill>
        </p:spPr>
        <p:txBody>
          <a:bodyPr>
            <a:normAutofit/>
          </a:bodyPr>
          <a:p>
            <a:r>
              <a:rPr lang="zh-CN" altLang="en-US">
                <a:solidFill>
                  <a:srgbClr val="000000"/>
                </a:solidFill>
              </a:rPr>
              <a:t>汇报人：王鑫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从专业软件到一句话搞定</a:t>
            </a:r>
            <a:endParaRPr sz="3000" b="1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MediaRefitAgent </a:t>
            </a:r>
            <a:r>
              <a:rPr lang="zh-CN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是一站式视频智能编辑平台</a:t>
            </a:r>
            <a:endParaRPr lang="zh-CN" sz="15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71500" y="1447800"/>
            <a:ext cx="11049000" cy="666750"/>
          </a:xfrm>
          <a:custGeom>
            <a:avLst/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150 w 17400"/>
              <a:gd name="p0y0" fmla="*/ 0 h 1050"/>
              <a:gd name="p0x1" fmla="*/ 17250 w 17400"/>
              <a:gd name="p0y1" fmla="*/ 0 h 1050"/>
              <a:gd name="p0x2" fmla="*/ 17332 w 17400"/>
              <a:gd name="p0y2" fmla="*/ 0 h 1050"/>
              <a:gd name="p0x3" fmla="*/ 17400 w 17400"/>
              <a:gd name="p0y3" fmla="*/ 67 h 1050"/>
              <a:gd name="p0x4" fmla="*/ 17400 w 17400"/>
              <a:gd name="p0y4" fmla="*/ 150 h 1050"/>
              <a:gd name="p0x5" fmla="*/ 17400 w 17400"/>
              <a:gd name="p0y5" fmla="*/ 900 h 1050"/>
              <a:gd name="p0x6" fmla="*/ 17400 w 17400"/>
              <a:gd name="p0y6" fmla="*/ 982 h 1050"/>
              <a:gd name="p0x7" fmla="*/ 17332 w 17400"/>
              <a:gd name="p0y7" fmla="*/ 1050 h 1050"/>
              <a:gd name="p0x8" fmla="*/ 17250 w 17400"/>
              <a:gd name="p0y8" fmla="*/ 1050 h 1050"/>
              <a:gd name="p0x9" fmla="*/ 150 w 17400"/>
              <a:gd name="p0y9" fmla="*/ 1050 h 1050"/>
              <a:gd name="p0x10" fmla="*/ 67 w 17400"/>
              <a:gd name="p0y10" fmla="*/ 1050 h 1050"/>
              <a:gd name="p0x11" fmla="*/ 0 w 17400"/>
              <a:gd name="p0y11" fmla="*/ 982 h 1050"/>
              <a:gd name="p0x12" fmla="*/ 0 w 17400"/>
              <a:gd name="p0y12" fmla="*/ 900 h 1050"/>
              <a:gd name="p0x13" fmla="*/ 0 w 17400"/>
              <a:gd name="p0y13" fmla="*/ 150 h 1050"/>
              <a:gd name="p0x14" fmla="*/ 0 w 17400"/>
              <a:gd name="p0y14" fmla="*/ 67 h 1050"/>
              <a:gd name="p0x15" fmla="*/ 67 w 17400"/>
              <a:gd name="p0y15" fmla="*/ 0 h 1050"/>
              <a:gd name="p0x16" fmla="*/ 150 w 1740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71371"/>
            </a:schemeClr>
          </a:solidFill>
          <a:ln>
            <a:noFill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762000" y="1623060"/>
            <a:ext cx="5486771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E9A8"/>
                </a:solidFill>
                <a:latin typeface="微软雅黑" panose="020B0503020204020204" charset="-122"/>
                <a:ea typeface="微软雅黑" panose="020B0503020204020204" charset="-122"/>
              </a:rPr>
              <a:t>让视频处理</a:t>
            </a: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b="1">
                <a:solidFill>
                  <a:srgbClr val="FFE9A8"/>
                </a:solidFill>
                <a:latin typeface="微软雅黑" panose="020B0503020204020204" charset="-122"/>
                <a:ea typeface="微软雅黑" panose="020B0503020204020204" charset="-122"/>
              </a:rPr>
              <a:t>学会专业软件</a:t>
            </a: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变为</a:t>
            </a:r>
            <a:r>
              <a:rPr b="1">
                <a:solidFill>
                  <a:srgbClr val="FFE9A8"/>
                </a:solidFill>
                <a:latin typeface="微软雅黑" panose="020B0503020204020204" charset="-122"/>
                <a:ea typeface="微软雅黑" panose="020B0503020204020204" charset="-122"/>
              </a:rPr>
              <a:t>说一句话就能搞定</a:t>
            </a:r>
            <a:endParaRPr b="1">
              <a:solidFill>
                <a:srgbClr val="FFE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575945" y="2545080"/>
            <a:ext cx="5419725" cy="3926840"/>
          </a:xfrm>
          <a:custGeom>
            <a:avLst/>
            <a:gdLst>
              <a:gd name="sw" fmla="*/ 1 w 8535"/>
              <a:gd name="sh" fmla="*/ 1 h 6184"/>
              <a:gd name="mins" fmla="min sw sh"/>
              <a:gd name="dsw" fmla="+- 0 sw mins"/>
              <a:gd name="dsh" fmla="+- 0 sh mins"/>
              <a:gd name="p0x0" fmla="*/ 270 w 8535"/>
              <a:gd name="p0y0" fmla="*/ 0 h 6184"/>
              <a:gd name="p0x1" fmla="*/ 8265 w 8535"/>
              <a:gd name="p0y1" fmla="*/ 0 h 6184"/>
              <a:gd name="p0x2" fmla="*/ 8414 w 8535"/>
              <a:gd name="p0y2" fmla="*/ 0 h 6184"/>
              <a:gd name="p0x3" fmla="*/ 8535 w 8535"/>
              <a:gd name="p0y3" fmla="*/ 120 h 6184"/>
              <a:gd name="p0x4" fmla="*/ 8535 w 8535"/>
              <a:gd name="p0y4" fmla="*/ 270 h 6184"/>
              <a:gd name="p0x5" fmla="*/ 8535 w 8535"/>
              <a:gd name="p0y5" fmla="*/ 5914 h 6184"/>
              <a:gd name="p0x6" fmla="*/ 8535 w 8535"/>
              <a:gd name="p0y6" fmla="*/ 6063 h 6184"/>
              <a:gd name="p0x7" fmla="*/ 8414 w 8535"/>
              <a:gd name="p0y7" fmla="*/ 6184 h 6184"/>
              <a:gd name="p0x8" fmla="*/ 8265 w 8535"/>
              <a:gd name="p0y8" fmla="*/ 6184 h 6184"/>
              <a:gd name="p0x9" fmla="*/ 270 w 8535"/>
              <a:gd name="p0y9" fmla="*/ 6184 h 6184"/>
              <a:gd name="p0x10" fmla="*/ 120 w 8535"/>
              <a:gd name="p0y10" fmla="*/ 6184 h 6184"/>
              <a:gd name="p0x11" fmla="*/ 0 w 8535"/>
              <a:gd name="p0y11" fmla="*/ 6063 h 6184"/>
              <a:gd name="p0x12" fmla="*/ 0 w 8535"/>
              <a:gd name="p0y12" fmla="*/ 5914 h 6184"/>
              <a:gd name="p0x13" fmla="*/ 0 w 8535"/>
              <a:gd name="p0y13" fmla="*/ 270 h 6184"/>
              <a:gd name="p0x14" fmla="*/ 0 w 8535"/>
              <a:gd name="p0y14" fmla="*/ 120 h 6184"/>
              <a:gd name="p0x15" fmla="*/ 120 w 8535"/>
              <a:gd name="p0y15" fmla="*/ 0 h 6184"/>
              <a:gd name="p0x16" fmla="*/ 270 w 8535"/>
              <a:gd name="p0y16" fmla="*/ 0 h 6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4">
                <a:lumMod val="74997"/>
                <a:lumOff val="2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771525" y="2724331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适用场景</a:t>
            </a:r>
            <a:endParaRPr sz="2100" b="1" spc="42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7"/>
            </p:custDataLst>
          </p:nvPr>
        </p:nvSpPr>
        <p:spPr>
          <a:xfrm>
            <a:off x="771525" y="318770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4" name="组合 63"/>
          <p:cNvGrpSpPr/>
          <p:nvPr/>
        </p:nvGrpSpPr>
        <p:grpSpPr>
          <a:xfrm>
            <a:off x="771525" y="3383280"/>
            <a:ext cx="5029200" cy="580390"/>
            <a:chOff x="1215" y="5328"/>
            <a:chExt cx="7920" cy="914"/>
          </a:xfrm>
        </p:grpSpPr>
        <p:sp>
          <p:nvSpPr>
            <p:cNvPr id="11" name="任意多边形 10"/>
            <p:cNvSpPr/>
            <p:nvPr>
              <p:custDataLst>
                <p:tags r:id="rId8"/>
              </p:custDataLst>
            </p:nvPr>
          </p:nvSpPr>
          <p:spPr>
            <a:xfrm>
              <a:off x="1215" y="5328"/>
              <a:ext cx="7920" cy="915"/>
            </a:xfrm>
            <a:custGeom>
              <a:avLst/>
              <a:gdLst>
                <a:gd name="sw" fmla="*/ 1 w 7920"/>
                <a:gd name="sh" fmla="*/ 1 h 915"/>
                <a:gd name="mins" fmla="min sw sh"/>
                <a:gd name="dsw" fmla="+- 0 sw mins"/>
                <a:gd name="dsh" fmla="+- 0 sh mins"/>
                <a:gd name="p0x0" fmla="*/ 0 w 7920"/>
                <a:gd name="p0y0" fmla="*/ 0 h 915"/>
                <a:gd name="p0x1" fmla="*/ 7920 w 7920"/>
                <a:gd name="p0y1" fmla="*/ 0 h 915"/>
                <a:gd name="p0x2" fmla="*/ 7920 w 7920"/>
                <a:gd name="p0y2" fmla="*/ 915 h 915"/>
                <a:gd name="p0x3" fmla="*/ 0 w 7920"/>
                <a:gd name="p0y3" fmla="*/ 915 h 915"/>
                <a:gd name="p0x4" fmla="*/ 0 w 7920"/>
                <a:gd name="p0y4" fmla="*/ 0 h 9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>
              <p:custDataLst>
                <p:tags r:id="rId9"/>
              </p:custDataLst>
            </p:nvPr>
          </p:nvSpPr>
          <p:spPr>
            <a:xfrm>
              <a:off x="1215" y="6228"/>
              <a:ext cx="7920" cy="15"/>
            </a:xfrm>
            <a:custGeom>
              <a:avLst/>
              <a:gdLst>
                <a:gd name="sw" fmla="*/ 1 w 7920"/>
                <a:gd name="sh" fmla="*/ 1 h 15"/>
                <a:gd name="mins" fmla="min sw sh"/>
                <a:gd name="dsw" fmla="+- 0 sw mins"/>
                <a:gd name="dsh" fmla="+- 0 sh mins"/>
                <a:gd name="p0x0" fmla="*/ 7920 w 7920"/>
                <a:gd name="p0y0" fmla="*/ 15 h 15"/>
                <a:gd name="p0x1" fmla="*/ 0 w 7920"/>
                <a:gd name="p0y1" fmla="*/ 15 h 15"/>
                <a:gd name="p0x2" fmla="*/ 0 w 7920"/>
                <a:gd name="p0y2" fmla="*/ 0 h 15"/>
                <a:gd name="p0x3" fmla="*/ 7920 w 7920"/>
                <a:gd name="p0y3" fmla="*/ 0 h 15"/>
                <a:gd name="p0x4" fmla="*/ 7920 w 792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4">
                <a:lumMod val="50712"/>
                <a:lumOff val="4928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>
            <a:off x="771525" y="338328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-30000" b="-30000"/>
          <a:stretch>
            <a:fillRect/>
          </a:stretch>
        </p:blipFill>
        <p:spPr>
          <a:xfrm>
            <a:off x="847725" y="3478530"/>
            <a:ext cx="342900" cy="30480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1381125" y="3448679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视频转换</a:t>
            </a:r>
            <a:endParaRPr sz="2100" b="1" spc="42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771525" y="3979545"/>
            <a:ext cx="5029200" cy="580390"/>
            <a:chOff x="1215" y="6267"/>
            <a:chExt cx="7920" cy="914"/>
          </a:xfrm>
        </p:grpSpPr>
        <p:sp>
          <p:nvSpPr>
            <p:cNvPr id="18" name="任意多边形 17"/>
            <p:cNvSpPr/>
            <p:nvPr>
              <p:custDataLst>
                <p:tags r:id="rId15"/>
              </p:custDataLst>
            </p:nvPr>
          </p:nvSpPr>
          <p:spPr>
            <a:xfrm>
              <a:off x="1215" y="6267"/>
              <a:ext cx="7920" cy="915"/>
            </a:xfrm>
            <a:custGeom>
              <a:avLst/>
              <a:gdLst>
                <a:gd name="sw" fmla="*/ 1 w 7920"/>
                <a:gd name="sh" fmla="*/ 1 h 915"/>
                <a:gd name="mins" fmla="min sw sh"/>
                <a:gd name="dsw" fmla="+- 0 sw mins"/>
                <a:gd name="dsh" fmla="+- 0 sh mins"/>
                <a:gd name="p0x0" fmla="*/ 0 w 7920"/>
                <a:gd name="p0y0" fmla="*/ 0 h 915"/>
                <a:gd name="p0x1" fmla="*/ 7920 w 7920"/>
                <a:gd name="p0y1" fmla="*/ 0 h 915"/>
                <a:gd name="p0x2" fmla="*/ 7920 w 7920"/>
                <a:gd name="p0y2" fmla="*/ 915 h 915"/>
                <a:gd name="p0x3" fmla="*/ 0 w 7920"/>
                <a:gd name="p0y3" fmla="*/ 915 h 915"/>
                <a:gd name="p0x4" fmla="*/ 0 w 7920"/>
                <a:gd name="p0y4" fmla="*/ 0 h 9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>
              <p:custDataLst>
                <p:tags r:id="rId16"/>
              </p:custDataLst>
            </p:nvPr>
          </p:nvSpPr>
          <p:spPr>
            <a:xfrm>
              <a:off x="1215" y="7167"/>
              <a:ext cx="7920" cy="15"/>
            </a:xfrm>
            <a:custGeom>
              <a:avLst/>
              <a:gdLst>
                <a:gd name="sw" fmla="*/ 1 w 7920"/>
                <a:gd name="sh" fmla="*/ 1 h 15"/>
                <a:gd name="mins" fmla="min sw sh"/>
                <a:gd name="dsw" fmla="+- 0 sw mins"/>
                <a:gd name="dsh" fmla="+- 0 sh mins"/>
                <a:gd name="p0x0" fmla="*/ 7920 w 7920"/>
                <a:gd name="p0y0" fmla="*/ 15 h 15"/>
                <a:gd name="p0x1" fmla="*/ 0 w 7920"/>
                <a:gd name="p0y1" fmla="*/ 15 h 15"/>
                <a:gd name="p0x2" fmla="*/ 0 w 7920"/>
                <a:gd name="p0y2" fmla="*/ 0 h 15"/>
                <a:gd name="p0x3" fmla="*/ 7920 w 7920"/>
                <a:gd name="p0y3" fmla="*/ 0 h 15"/>
                <a:gd name="p0x4" fmla="*/ 7920 w 792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4">
                <a:lumMod val="50712"/>
                <a:lumOff val="4928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1" name="任意多边形 20"/>
          <p:cNvSpPr/>
          <p:nvPr>
            <p:custDataLst>
              <p:tags r:id="rId17"/>
            </p:custDataLst>
          </p:nvPr>
        </p:nvSpPr>
        <p:spPr>
          <a:xfrm>
            <a:off x="771525" y="397954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1613" r="-1613"/>
          <a:stretch>
            <a:fillRect/>
          </a:stretch>
        </p:blipFill>
        <p:spPr>
          <a:xfrm>
            <a:off x="866775" y="4074795"/>
            <a:ext cx="304800" cy="30480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21"/>
            </p:custDataLst>
          </p:nvPr>
        </p:nvSpPr>
        <p:spPr>
          <a:xfrm>
            <a:off x="1381125" y="4044439"/>
            <a:ext cx="81081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剪辑</a:t>
            </a:r>
            <a:endParaRPr sz="2100" b="1" spc="42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771525" y="4575175"/>
            <a:ext cx="5029200" cy="580390"/>
            <a:chOff x="1215" y="7205"/>
            <a:chExt cx="7920" cy="914"/>
          </a:xfrm>
        </p:grpSpPr>
        <p:sp>
          <p:nvSpPr>
            <p:cNvPr id="25" name="任意多边形 24"/>
            <p:cNvSpPr/>
            <p:nvPr>
              <p:custDataLst>
                <p:tags r:id="rId22"/>
              </p:custDataLst>
            </p:nvPr>
          </p:nvSpPr>
          <p:spPr>
            <a:xfrm>
              <a:off x="1215" y="7205"/>
              <a:ext cx="7920" cy="915"/>
            </a:xfrm>
            <a:custGeom>
              <a:avLst/>
              <a:gdLst>
                <a:gd name="sw" fmla="*/ 1 w 7920"/>
                <a:gd name="sh" fmla="*/ 1 h 915"/>
                <a:gd name="mins" fmla="min sw sh"/>
                <a:gd name="dsw" fmla="+- 0 sw mins"/>
                <a:gd name="dsh" fmla="+- 0 sh mins"/>
                <a:gd name="p0x0" fmla="*/ 0 w 7920"/>
                <a:gd name="p0y0" fmla="*/ 0 h 915"/>
                <a:gd name="p0x1" fmla="*/ 7920 w 7920"/>
                <a:gd name="p0y1" fmla="*/ 0 h 915"/>
                <a:gd name="p0x2" fmla="*/ 7920 w 7920"/>
                <a:gd name="p0y2" fmla="*/ 915 h 915"/>
                <a:gd name="p0x3" fmla="*/ 0 w 7920"/>
                <a:gd name="p0y3" fmla="*/ 915 h 915"/>
                <a:gd name="p0x4" fmla="*/ 0 w 7920"/>
                <a:gd name="p0y4" fmla="*/ 0 h 9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>
              <p:custDataLst>
                <p:tags r:id="rId23"/>
              </p:custDataLst>
            </p:nvPr>
          </p:nvSpPr>
          <p:spPr>
            <a:xfrm>
              <a:off x="1215" y="8105"/>
              <a:ext cx="7920" cy="15"/>
            </a:xfrm>
            <a:custGeom>
              <a:avLst/>
              <a:gdLst>
                <a:gd name="sw" fmla="*/ 1 w 7920"/>
                <a:gd name="sh" fmla="*/ 1 h 15"/>
                <a:gd name="mins" fmla="min sw sh"/>
                <a:gd name="dsw" fmla="+- 0 sw mins"/>
                <a:gd name="dsh" fmla="+- 0 sh mins"/>
                <a:gd name="p0x0" fmla="*/ 7920 w 7920"/>
                <a:gd name="p0y0" fmla="*/ 15 h 15"/>
                <a:gd name="p0x1" fmla="*/ 0 w 7920"/>
                <a:gd name="p0y1" fmla="*/ 15 h 15"/>
                <a:gd name="p0x2" fmla="*/ 0 w 7920"/>
                <a:gd name="p0y2" fmla="*/ 0 h 15"/>
                <a:gd name="p0x3" fmla="*/ 7920 w 7920"/>
                <a:gd name="p0y3" fmla="*/ 0 h 15"/>
                <a:gd name="p0x4" fmla="*/ 7920 w 792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4">
                <a:lumMod val="50712"/>
                <a:lumOff val="4928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8" name="任意多边形 27"/>
          <p:cNvSpPr/>
          <p:nvPr>
            <p:custDataLst>
              <p:tags r:id="rId24"/>
            </p:custDataLst>
          </p:nvPr>
        </p:nvSpPr>
        <p:spPr>
          <a:xfrm>
            <a:off x="771525" y="457517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6250" r="-6250"/>
          <a:stretch>
            <a:fillRect/>
          </a:stretch>
        </p:blipFill>
        <p:spPr>
          <a:xfrm>
            <a:off x="847725" y="4670425"/>
            <a:ext cx="342900" cy="30480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28"/>
            </p:custDataLst>
          </p:nvPr>
        </p:nvSpPr>
        <p:spPr>
          <a:xfrm>
            <a:off x="1381125" y="4640199"/>
            <a:ext cx="81081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修复</a:t>
            </a:r>
            <a:endParaRPr sz="2100" b="1" spc="42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771525" y="5170805"/>
            <a:ext cx="5029200" cy="580390"/>
            <a:chOff x="1215" y="8143"/>
            <a:chExt cx="7920" cy="914"/>
          </a:xfrm>
        </p:grpSpPr>
        <p:sp>
          <p:nvSpPr>
            <p:cNvPr id="32" name="任意多边形 31"/>
            <p:cNvSpPr/>
            <p:nvPr>
              <p:custDataLst>
                <p:tags r:id="rId29"/>
              </p:custDataLst>
            </p:nvPr>
          </p:nvSpPr>
          <p:spPr>
            <a:xfrm>
              <a:off x="1215" y="8143"/>
              <a:ext cx="7920" cy="915"/>
            </a:xfrm>
            <a:custGeom>
              <a:avLst/>
              <a:gdLst>
                <a:gd name="sw" fmla="*/ 1 w 7920"/>
                <a:gd name="sh" fmla="*/ 1 h 915"/>
                <a:gd name="mins" fmla="min sw sh"/>
                <a:gd name="dsw" fmla="+- 0 sw mins"/>
                <a:gd name="dsh" fmla="+- 0 sh mins"/>
                <a:gd name="p0x0" fmla="*/ 0 w 7920"/>
                <a:gd name="p0y0" fmla="*/ 0 h 915"/>
                <a:gd name="p0x1" fmla="*/ 7920 w 7920"/>
                <a:gd name="p0y1" fmla="*/ 0 h 915"/>
                <a:gd name="p0x2" fmla="*/ 7920 w 7920"/>
                <a:gd name="p0y2" fmla="*/ 915 h 915"/>
                <a:gd name="p0x3" fmla="*/ 0 w 7920"/>
                <a:gd name="p0y3" fmla="*/ 915 h 915"/>
                <a:gd name="p0x4" fmla="*/ 0 w 7920"/>
                <a:gd name="p0y4" fmla="*/ 0 h 9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任意多边形 32"/>
            <p:cNvSpPr/>
            <p:nvPr>
              <p:custDataLst>
                <p:tags r:id="rId30"/>
              </p:custDataLst>
            </p:nvPr>
          </p:nvSpPr>
          <p:spPr>
            <a:xfrm>
              <a:off x="1215" y="9043"/>
              <a:ext cx="7920" cy="15"/>
            </a:xfrm>
            <a:custGeom>
              <a:avLst/>
              <a:gdLst>
                <a:gd name="sw" fmla="*/ 1 w 7920"/>
                <a:gd name="sh" fmla="*/ 1 h 15"/>
                <a:gd name="mins" fmla="min sw sh"/>
                <a:gd name="dsw" fmla="+- 0 sw mins"/>
                <a:gd name="dsh" fmla="+- 0 sh mins"/>
                <a:gd name="p0x0" fmla="*/ 7920 w 7920"/>
                <a:gd name="p0y0" fmla="*/ 15 h 15"/>
                <a:gd name="p0x1" fmla="*/ 0 w 7920"/>
                <a:gd name="p0y1" fmla="*/ 15 h 15"/>
                <a:gd name="p0x2" fmla="*/ 0 w 7920"/>
                <a:gd name="p0y2" fmla="*/ 0 h 15"/>
                <a:gd name="p0x3" fmla="*/ 7920 w 7920"/>
                <a:gd name="p0y3" fmla="*/ 0 h 15"/>
                <a:gd name="p0x4" fmla="*/ 7920 w 792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4">
                <a:lumMod val="50712"/>
                <a:lumOff val="4928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5" name="任意多边形 34"/>
          <p:cNvSpPr/>
          <p:nvPr>
            <p:custDataLst>
              <p:tags r:id="rId31"/>
            </p:custDataLst>
          </p:nvPr>
        </p:nvSpPr>
        <p:spPr>
          <a:xfrm>
            <a:off x="771525" y="517080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t="-7143" b="-7143"/>
          <a:stretch>
            <a:fillRect/>
          </a:stretch>
        </p:blipFill>
        <p:spPr>
          <a:xfrm>
            <a:off x="866775" y="5266055"/>
            <a:ext cx="304800" cy="304800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35"/>
            </p:custDataLst>
          </p:nvPr>
        </p:nvSpPr>
        <p:spPr>
          <a:xfrm>
            <a:off x="1381125" y="5235959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内容分析</a:t>
            </a:r>
            <a:endParaRPr sz="2100" b="1" spc="42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36"/>
            </p:custDataLst>
          </p:nvPr>
        </p:nvSpPr>
        <p:spPr>
          <a:xfrm>
            <a:off x="771525" y="576643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>
            <a:fillRect/>
          </a:stretch>
        </p:blipFill>
        <p:spPr>
          <a:xfrm>
            <a:off x="866775" y="5861685"/>
            <a:ext cx="304800" cy="30480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40"/>
            </p:custDataLst>
          </p:nvPr>
        </p:nvSpPr>
        <p:spPr>
          <a:xfrm>
            <a:off x="1381125" y="5831710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基础处理</a:t>
            </a:r>
            <a:endParaRPr sz="2100" b="1" spc="42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41"/>
            </p:custDataLst>
          </p:nvPr>
        </p:nvSpPr>
        <p:spPr>
          <a:xfrm>
            <a:off x="6195695" y="2545080"/>
            <a:ext cx="5419725" cy="3926840"/>
          </a:xfrm>
          <a:custGeom>
            <a:avLst/>
            <a:gdLst>
              <a:gd name="sw" fmla="*/ 1 w 8535"/>
              <a:gd name="sh" fmla="*/ 1 h 6184"/>
              <a:gd name="mins" fmla="min sw sh"/>
              <a:gd name="dsw" fmla="+- 0 sw mins"/>
              <a:gd name="dsh" fmla="+- 0 sh mins"/>
              <a:gd name="p0x0" fmla="*/ 270 w 8535"/>
              <a:gd name="p0y0" fmla="*/ 0 h 6184"/>
              <a:gd name="p0x1" fmla="*/ 8265 w 8535"/>
              <a:gd name="p0y1" fmla="*/ 0 h 6184"/>
              <a:gd name="p0x2" fmla="*/ 8414 w 8535"/>
              <a:gd name="p0y2" fmla="*/ 0 h 6184"/>
              <a:gd name="p0x3" fmla="*/ 8535 w 8535"/>
              <a:gd name="p0y3" fmla="*/ 120 h 6184"/>
              <a:gd name="p0x4" fmla="*/ 8535 w 8535"/>
              <a:gd name="p0y4" fmla="*/ 270 h 6184"/>
              <a:gd name="p0x5" fmla="*/ 8535 w 8535"/>
              <a:gd name="p0y5" fmla="*/ 5914 h 6184"/>
              <a:gd name="p0x6" fmla="*/ 8535 w 8535"/>
              <a:gd name="p0y6" fmla="*/ 6063 h 6184"/>
              <a:gd name="p0x7" fmla="*/ 8414 w 8535"/>
              <a:gd name="p0y7" fmla="*/ 6184 h 6184"/>
              <a:gd name="p0x8" fmla="*/ 8265 w 8535"/>
              <a:gd name="p0y8" fmla="*/ 6184 h 6184"/>
              <a:gd name="p0x9" fmla="*/ 270 w 8535"/>
              <a:gd name="p0y9" fmla="*/ 6184 h 6184"/>
              <a:gd name="p0x10" fmla="*/ 120 w 8535"/>
              <a:gd name="p0y10" fmla="*/ 6184 h 6184"/>
              <a:gd name="p0x11" fmla="*/ 0 w 8535"/>
              <a:gd name="p0y11" fmla="*/ 6063 h 6184"/>
              <a:gd name="p0x12" fmla="*/ 0 w 8535"/>
              <a:gd name="p0y12" fmla="*/ 5914 h 6184"/>
              <a:gd name="p0x13" fmla="*/ 0 w 8535"/>
              <a:gd name="p0y13" fmla="*/ 270 h 6184"/>
              <a:gd name="p0x14" fmla="*/ 0 w 8535"/>
              <a:gd name="p0y14" fmla="*/ 120 h 6184"/>
              <a:gd name="p0x15" fmla="*/ 120 w 8535"/>
              <a:gd name="p0y15" fmla="*/ 0 h 6184"/>
              <a:gd name="p0x16" fmla="*/ 270 w 8535"/>
              <a:gd name="p0y16" fmla="*/ 0 h 6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4">
                <a:lumMod val="74997"/>
                <a:lumOff val="2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42"/>
            </p:custDataLst>
          </p:nvPr>
        </p:nvSpPr>
        <p:spPr>
          <a:xfrm>
            <a:off x="6391275" y="2724331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目标受众</a:t>
            </a:r>
            <a:endParaRPr sz="2100" b="1" spc="42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43"/>
            </p:custDataLst>
          </p:nvPr>
        </p:nvSpPr>
        <p:spPr>
          <a:xfrm>
            <a:off x="6391275" y="318770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8" name="组合 67"/>
          <p:cNvGrpSpPr/>
          <p:nvPr/>
        </p:nvGrpSpPr>
        <p:grpSpPr>
          <a:xfrm>
            <a:off x="6391275" y="3681730"/>
            <a:ext cx="5029200" cy="580390"/>
            <a:chOff x="10065" y="5798"/>
            <a:chExt cx="7920" cy="914"/>
          </a:xfrm>
        </p:grpSpPr>
        <p:sp>
          <p:nvSpPr>
            <p:cNvPr id="46" name="任意多边形 45"/>
            <p:cNvSpPr/>
            <p:nvPr>
              <p:custDataLst>
                <p:tags r:id="rId44"/>
              </p:custDataLst>
            </p:nvPr>
          </p:nvSpPr>
          <p:spPr>
            <a:xfrm>
              <a:off x="10065" y="5798"/>
              <a:ext cx="7920" cy="915"/>
            </a:xfrm>
            <a:custGeom>
              <a:avLst/>
              <a:gdLst>
                <a:gd name="sw" fmla="*/ 1 w 7920"/>
                <a:gd name="sh" fmla="*/ 1 h 915"/>
                <a:gd name="mins" fmla="min sw sh"/>
                <a:gd name="dsw" fmla="+- 0 sw mins"/>
                <a:gd name="dsh" fmla="+- 0 sh mins"/>
                <a:gd name="p0x0" fmla="*/ 0 w 7920"/>
                <a:gd name="p0y0" fmla="*/ 0 h 915"/>
                <a:gd name="p0x1" fmla="*/ 7920 w 7920"/>
                <a:gd name="p0y1" fmla="*/ 0 h 915"/>
                <a:gd name="p0x2" fmla="*/ 7920 w 7920"/>
                <a:gd name="p0y2" fmla="*/ 915 h 915"/>
                <a:gd name="p0x3" fmla="*/ 0 w 7920"/>
                <a:gd name="p0y3" fmla="*/ 915 h 915"/>
                <a:gd name="p0x4" fmla="*/ 0 w 7920"/>
                <a:gd name="p0y4" fmla="*/ 0 h 9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>
              <p:custDataLst>
                <p:tags r:id="rId45"/>
              </p:custDataLst>
            </p:nvPr>
          </p:nvSpPr>
          <p:spPr>
            <a:xfrm>
              <a:off x="10065" y="6698"/>
              <a:ext cx="7920" cy="15"/>
            </a:xfrm>
            <a:custGeom>
              <a:avLst/>
              <a:gdLst>
                <a:gd name="sw" fmla="*/ 1 w 7920"/>
                <a:gd name="sh" fmla="*/ 1 h 15"/>
                <a:gd name="mins" fmla="min sw sh"/>
                <a:gd name="dsw" fmla="+- 0 sw mins"/>
                <a:gd name="dsh" fmla="+- 0 sh mins"/>
                <a:gd name="p0x0" fmla="*/ 7920 w 7920"/>
                <a:gd name="p0y0" fmla="*/ 15 h 15"/>
                <a:gd name="p0x1" fmla="*/ 0 w 7920"/>
                <a:gd name="p0y1" fmla="*/ 15 h 15"/>
                <a:gd name="p0x2" fmla="*/ 0 w 7920"/>
                <a:gd name="p0y2" fmla="*/ 0 h 15"/>
                <a:gd name="p0x3" fmla="*/ 7920 w 7920"/>
                <a:gd name="p0y3" fmla="*/ 0 h 15"/>
                <a:gd name="p0x4" fmla="*/ 7920 w 792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4">
                <a:lumMod val="50712"/>
                <a:lumOff val="4928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9" name="任意多边形 48"/>
          <p:cNvSpPr/>
          <p:nvPr>
            <p:custDataLst>
              <p:tags r:id="rId46"/>
            </p:custDataLst>
          </p:nvPr>
        </p:nvSpPr>
        <p:spPr>
          <a:xfrm>
            <a:off x="6391275" y="368173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0" name="图片 49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-2941" t="-1613" r="-2941" b="-1613"/>
          <a:stretch>
            <a:fillRect/>
          </a:stretch>
        </p:blipFill>
        <p:spPr>
          <a:xfrm>
            <a:off x="6467475" y="3776980"/>
            <a:ext cx="342900" cy="304800"/>
          </a:xfrm>
          <a:prstGeom prst="rect">
            <a:avLst/>
          </a:prstGeom>
        </p:spPr>
      </p:pic>
      <p:sp>
        <p:nvSpPr>
          <p:cNvPr id="52" name="文本框 51"/>
          <p:cNvSpPr txBox="1"/>
          <p:nvPr>
            <p:custDataLst>
              <p:tags r:id="rId50"/>
            </p:custDataLst>
          </p:nvPr>
        </p:nvSpPr>
        <p:spPr>
          <a:xfrm>
            <a:off x="7000875" y="3746554"/>
            <a:ext cx="162691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广播电视台</a:t>
            </a:r>
            <a:endParaRPr sz="2100" b="1" spc="42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6391275" y="4575175"/>
            <a:ext cx="5029200" cy="580390"/>
            <a:chOff x="10065" y="7205"/>
            <a:chExt cx="7920" cy="914"/>
          </a:xfrm>
        </p:grpSpPr>
        <p:sp>
          <p:nvSpPr>
            <p:cNvPr id="53" name="任意多边形 52"/>
            <p:cNvSpPr/>
            <p:nvPr>
              <p:custDataLst>
                <p:tags r:id="rId51"/>
              </p:custDataLst>
            </p:nvPr>
          </p:nvSpPr>
          <p:spPr>
            <a:xfrm>
              <a:off x="10065" y="7205"/>
              <a:ext cx="7920" cy="915"/>
            </a:xfrm>
            <a:custGeom>
              <a:avLst/>
              <a:gdLst>
                <a:gd name="sw" fmla="*/ 1 w 7920"/>
                <a:gd name="sh" fmla="*/ 1 h 915"/>
                <a:gd name="mins" fmla="min sw sh"/>
                <a:gd name="dsw" fmla="+- 0 sw mins"/>
                <a:gd name="dsh" fmla="+- 0 sh mins"/>
                <a:gd name="p0x0" fmla="*/ 0 w 7920"/>
                <a:gd name="p0y0" fmla="*/ 0 h 915"/>
                <a:gd name="p0x1" fmla="*/ 7920 w 7920"/>
                <a:gd name="p0y1" fmla="*/ 0 h 915"/>
                <a:gd name="p0x2" fmla="*/ 7920 w 7920"/>
                <a:gd name="p0y2" fmla="*/ 915 h 915"/>
                <a:gd name="p0x3" fmla="*/ 0 w 7920"/>
                <a:gd name="p0y3" fmla="*/ 915 h 915"/>
                <a:gd name="p0x4" fmla="*/ 0 w 7920"/>
                <a:gd name="p0y4" fmla="*/ 0 h 9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任意多边形 53"/>
            <p:cNvSpPr/>
            <p:nvPr>
              <p:custDataLst>
                <p:tags r:id="rId52"/>
              </p:custDataLst>
            </p:nvPr>
          </p:nvSpPr>
          <p:spPr>
            <a:xfrm>
              <a:off x="10065" y="8105"/>
              <a:ext cx="7920" cy="15"/>
            </a:xfrm>
            <a:custGeom>
              <a:avLst/>
              <a:gdLst>
                <a:gd name="sw" fmla="*/ 1 w 7920"/>
                <a:gd name="sh" fmla="*/ 1 h 15"/>
                <a:gd name="mins" fmla="min sw sh"/>
                <a:gd name="dsw" fmla="+- 0 sw mins"/>
                <a:gd name="dsh" fmla="+- 0 sh mins"/>
                <a:gd name="p0x0" fmla="*/ 7920 w 7920"/>
                <a:gd name="p0y0" fmla="*/ 15 h 15"/>
                <a:gd name="p0x1" fmla="*/ 0 w 7920"/>
                <a:gd name="p0y1" fmla="*/ 15 h 15"/>
                <a:gd name="p0x2" fmla="*/ 0 w 7920"/>
                <a:gd name="p0y2" fmla="*/ 0 h 15"/>
                <a:gd name="p0x3" fmla="*/ 7920 w 7920"/>
                <a:gd name="p0y3" fmla="*/ 0 h 15"/>
                <a:gd name="p0x4" fmla="*/ 7920 w 792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4">
                <a:lumMod val="50712"/>
                <a:lumOff val="4928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6" name="任意多边形 55"/>
          <p:cNvSpPr/>
          <p:nvPr>
            <p:custDataLst>
              <p:tags r:id="rId53"/>
            </p:custDataLst>
          </p:nvPr>
        </p:nvSpPr>
        <p:spPr>
          <a:xfrm>
            <a:off x="6391275" y="457517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7" name="图片 56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 l="-1613" t="-1613" r="-1613" b="-1613"/>
          <a:stretch>
            <a:fillRect/>
          </a:stretch>
        </p:blipFill>
        <p:spPr>
          <a:xfrm>
            <a:off x="6486525" y="4670425"/>
            <a:ext cx="304800" cy="304800"/>
          </a:xfrm>
          <a:prstGeom prst="rect">
            <a:avLst/>
          </a:prstGeom>
        </p:spPr>
      </p:pic>
      <p:sp>
        <p:nvSpPr>
          <p:cNvPr id="59" name="文本框 58"/>
          <p:cNvSpPr txBox="1"/>
          <p:nvPr>
            <p:custDataLst>
              <p:tags r:id="rId57"/>
            </p:custDataLst>
          </p:nvPr>
        </p:nvSpPr>
        <p:spPr>
          <a:xfrm>
            <a:off x="7000875" y="4640199"/>
            <a:ext cx="162691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内容创作者</a:t>
            </a:r>
            <a:endParaRPr sz="2100" b="1" spc="42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任意多边形 59"/>
          <p:cNvSpPr/>
          <p:nvPr>
            <p:custDataLst>
              <p:tags r:id="rId58"/>
            </p:custDataLst>
          </p:nvPr>
        </p:nvSpPr>
        <p:spPr>
          <a:xfrm>
            <a:off x="6391275" y="546862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1" name="图片 60"/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 t="-7143" b="-7143"/>
          <a:stretch>
            <a:fillRect/>
          </a:stretch>
        </p:blipFill>
        <p:spPr>
          <a:xfrm>
            <a:off x="6467475" y="5563870"/>
            <a:ext cx="342900" cy="304800"/>
          </a:xfrm>
          <a:prstGeom prst="rect">
            <a:avLst/>
          </a:prstGeom>
        </p:spPr>
      </p:pic>
      <p:sp>
        <p:nvSpPr>
          <p:cNvPr id="63" name="文本框 62"/>
          <p:cNvSpPr txBox="1"/>
          <p:nvPr>
            <p:custDataLst>
              <p:tags r:id="rId62"/>
            </p:custDataLst>
          </p:nvPr>
        </p:nvSpPr>
        <p:spPr>
          <a:xfrm>
            <a:off x="7000875" y="5533834"/>
            <a:ext cx="162691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平台运营者</a:t>
            </a:r>
            <a:endParaRPr sz="2100" b="1" spc="42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三层架构驱动智能编辑</a:t>
            </a:r>
            <a:endParaRPr sz="3000" b="1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508375" cy="5362575"/>
          </a:xfrm>
          <a:custGeom>
            <a:avLst/>
            <a:gdLst>
              <a:gd name="sw" fmla="*/ 1 w 5525"/>
              <a:gd name="sh" fmla="*/ 1 h 8445"/>
              <a:gd name="mins" fmla="min sw sh"/>
              <a:gd name="dsw" fmla="+- 0 sw mins"/>
              <a:gd name="dsh" fmla="+- 0 sh mins"/>
              <a:gd name="p0x0" fmla="*/ 60 w 5525"/>
              <a:gd name="p0y0" fmla="*/ 0 h 8445"/>
              <a:gd name="p0x1" fmla="*/ 5465 w 5525"/>
              <a:gd name="p0y1" fmla="*/ 0 h 8445"/>
              <a:gd name="p0x2" fmla="*/ 5498 w 5525"/>
              <a:gd name="p0y2" fmla="*/ 0 h 8445"/>
              <a:gd name="p0x3" fmla="*/ 5525 w 5525"/>
              <a:gd name="p0y3" fmla="*/ 26 h 8445"/>
              <a:gd name="p0x4" fmla="*/ 5525 w 5525"/>
              <a:gd name="p0y4" fmla="*/ 60 h 8445"/>
              <a:gd name="p0x5" fmla="*/ 5525 w 5525"/>
              <a:gd name="p0y5" fmla="*/ 8385 h 8445"/>
              <a:gd name="p0x6" fmla="*/ 5525 w 5525"/>
              <a:gd name="p0y6" fmla="*/ 8418 h 8445"/>
              <a:gd name="p0x7" fmla="*/ 5498 w 5525"/>
              <a:gd name="p0y7" fmla="*/ 8445 h 8445"/>
              <a:gd name="p0x8" fmla="*/ 5465 w 5525"/>
              <a:gd name="p0y8" fmla="*/ 8445 h 8445"/>
              <a:gd name="p0x9" fmla="*/ 60 w 5525"/>
              <a:gd name="p0y9" fmla="*/ 8445 h 8445"/>
              <a:gd name="p0x10" fmla="*/ 26 w 5525"/>
              <a:gd name="p0y10" fmla="*/ 8445 h 8445"/>
              <a:gd name="p0x11" fmla="*/ 0 w 5525"/>
              <a:gd name="p0y11" fmla="*/ 8418 h 8445"/>
              <a:gd name="p0x12" fmla="*/ 0 w 5525"/>
              <a:gd name="p0y12" fmla="*/ 8385 h 8445"/>
              <a:gd name="p0x13" fmla="*/ 0 w 5525"/>
              <a:gd name="p0y13" fmla="*/ 60 h 8445"/>
              <a:gd name="p0x14" fmla="*/ 0 w 5525"/>
              <a:gd name="p0y14" fmla="*/ 26 h 8445"/>
              <a:gd name="p0x15" fmla="*/ 26 w 5525"/>
              <a:gd name="p0y15" fmla="*/ 0 h 8445"/>
              <a:gd name="p0x16" fmla="*/ 60 w 55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1" name="组合 60"/>
          <p:cNvGrpSpPr/>
          <p:nvPr/>
        </p:nvGrpSpPr>
        <p:grpSpPr>
          <a:xfrm>
            <a:off x="771525" y="1266825"/>
            <a:ext cx="3117850" cy="428625"/>
            <a:chOff x="1215" y="1995"/>
            <a:chExt cx="4910" cy="675"/>
          </a:xfrm>
        </p:grpSpPr>
        <p:sp>
          <p:nvSpPr>
            <p:cNvPr id="5" name="任意多边形 4"/>
            <p:cNvSpPr/>
            <p:nvPr>
              <p:custDataLst>
                <p:tags r:id="rId3"/>
              </p:custDataLst>
            </p:nvPr>
          </p:nvSpPr>
          <p:spPr>
            <a:xfrm>
              <a:off x="1215" y="1995"/>
              <a:ext cx="4910" cy="675"/>
            </a:xfrm>
            <a:custGeom>
              <a:avLst/>
              <a:gdLst>
                <a:gd name="sw" fmla="*/ 1 w 4910"/>
                <a:gd name="sh" fmla="*/ 1 h 675"/>
                <a:gd name="mins" fmla="min sw sh"/>
                <a:gd name="dsw" fmla="+- 0 sw mins"/>
                <a:gd name="dsh" fmla="+- 0 sh mins"/>
                <a:gd name="p0x0" fmla="*/ 0 w 4910"/>
                <a:gd name="p0y0" fmla="*/ 0 h 675"/>
                <a:gd name="p0x1" fmla="*/ 4910 w 4910"/>
                <a:gd name="p0y1" fmla="*/ 0 h 675"/>
                <a:gd name="p0x2" fmla="*/ 4910 w 4910"/>
                <a:gd name="p0y2" fmla="*/ 675 h 675"/>
                <a:gd name="p0x3" fmla="*/ 0 w 4910"/>
                <a:gd name="p0y3" fmla="*/ 675 h 675"/>
                <a:gd name="p0x4" fmla="*/ 0 w 4910"/>
                <a:gd name="p0y4" fmla="*/ 0 h 6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4"/>
              </p:custDataLst>
            </p:nvPr>
          </p:nvSpPr>
          <p:spPr>
            <a:xfrm>
              <a:off x="1215" y="2640"/>
              <a:ext cx="4910" cy="30"/>
            </a:xfrm>
            <a:custGeom>
              <a:avLst/>
              <a:gdLst>
                <a:gd name="sw" fmla="*/ 1 w 4910"/>
                <a:gd name="sh" fmla="*/ 1 h 30"/>
                <a:gd name="mins" fmla="min sw sh"/>
                <a:gd name="dsw" fmla="+- 0 sw mins"/>
                <a:gd name="dsh" fmla="+- 0 sh mins"/>
                <a:gd name="p0x0" fmla="*/ 4910 w 4910"/>
                <a:gd name="p0y0" fmla="*/ 30 h 30"/>
                <a:gd name="p0x1" fmla="*/ 0 w 4910"/>
                <a:gd name="p0y1" fmla="*/ 30 h 30"/>
                <a:gd name="p0x2" fmla="*/ 0 w 4910"/>
                <a:gd name="p0y2" fmla="*/ 0 h 30"/>
                <a:gd name="p0x3" fmla="*/ 4910 w 4910"/>
                <a:gd name="p0y3" fmla="*/ 0 h 30"/>
                <a:gd name="p0x4" fmla="*/ 4910 w 4910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771525" y="129984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51abd0f3-a51f-11f1-8b9c-ba45df0fcf45"/>
          <p:cNvPicPr/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-208" b="208"/>
          <a:stretch>
            <a:fillRect/>
          </a:stretch>
        </p:blipFill>
        <p:spPr>
          <a:xfrm>
            <a:off x="828675" y="1356995"/>
            <a:ext cx="152400" cy="15240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1152525" y="1250632"/>
            <a:ext cx="108287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用户层</a:t>
            </a:r>
            <a:endParaRPr sz="2100" b="1" spc="42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0"/>
            </p:custDataLst>
          </p:nvPr>
        </p:nvSpPr>
        <p:spPr>
          <a:xfrm>
            <a:off x="775970" y="2402205"/>
            <a:ext cx="3108325" cy="657225"/>
          </a:xfrm>
          <a:custGeom>
            <a:avLst/>
            <a:gdLst>
              <a:gd name="sw" fmla="*/ 1 w 4895"/>
              <a:gd name="sh" fmla="*/ 1 h 1035"/>
              <a:gd name="mins" fmla="min sw sh"/>
              <a:gd name="dsw" fmla="+- 0 sw mins"/>
              <a:gd name="dsh" fmla="+- 0 sh mins"/>
              <a:gd name="p0x0" fmla="*/ 60 w 4895"/>
              <a:gd name="p0y0" fmla="*/ 0 h 1035"/>
              <a:gd name="p0x1" fmla="*/ 4835 w 4895"/>
              <a:gd name="p0y1" fmla="*/ 0 h 1035"/>
              <a:gd name="p0x2" fmla="*/ 4868 w 4895"/>
              <a:gd name="p0y2" fmla="*/ 0 h 1035"/>
              <a:gd name="p0x3" fmla="*/ 4895 w 4895"/>
              <a:gd name="p0y3" fmla="*/ 26 h 1035"/>
              <a:gd name="p0x4" fmla="*/ 4895 w 4895"/>
              <a:gd name="p0y4" fmla="*/ 60 h 1035"/>
              <a:gd name="p0x5" fmla="*/ 4895 w 4895"/>
              <a:gd name="p0y5" fmla="*/ 975 h 1035"/>
              <a:gd name="p0x6" fmla="*/ 4895 w 4895"/>
              <a:gd name="p0y6" fmla="*/ 1008 h 1035"/>
              <a:gd name="p0x7" fmla="*/ 4868 w 4895"/>
              <a:gd name="p0y7" fmla="*/ 1035 h 1035"/>
              <a:gd name="p0x8" fmla="*/ 4835 w 4895"/>
              <a:gd name="p0y8" fmla="*/ 1035 h 1035"/>
              <a:gd name="p0x9" fmla="*/ 60 w 4895"/>
              <a:gd name="p0y9" fmla="*/ 1035 h 1035"/>
              <a:gd name="p0x10" fmla="*/ 26 w 4895"/>
              <a:gd name="p0y10" fmla="*/ 1035 h 1035"/>
              <a:gd name="p0x11" fmla="*/ 0 w 4895"/>
              <a:gd name="p0y11" fmla="*/ 1008 h 1035"/>
              <a:gd name="p0x12" fmla="*/ 0 w 4895"/>
              <a:gd name="p0y12" fmla="*/ 975 h 1035"/>
              <a:gd name="p0x13" fmla="*/ 0 w 4895"/>
              <a:gd name="p0y13" fmla="*/ 60 h 1035"/>
              <a:gd name="p0x14" fmla="*/ 0 w 4895"/>
              <a:gd name="p0y14" fmla="*/ 26 h 1035"/>
              <a:gd name="p0x15" fmla="*/ 26 w 4895"/>
              <a:gd name="p0y15" fmla="*/ 0 h 1035"/>
              <a:gd name="p0x16" fmla="*/ 60 w 4895"/>
              <a:gd name="p0y16" fmla="*/ 0 h 1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45167"/>
              <a:lumOff val="54833"/>
            </a:schemeClr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895350" y="2469356"/>
            <a:ext cx="28702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Web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895350" y="2726531"/>
            <a:ext cx="1524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</a:rPr>
              <a:t>网页端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多端接入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3"/>
            </p:custDataLst>
          </p:nvPr>
        </p:nvSpPr>
        <p:spPr>
          <a:xfrm>
            <a:off x="775970" y="3733800"/>
            <a:ext cx="3108325" cy="657225"/>
          </a:xfrm>
          <a:custGeom>
            <a:avLst/>
            <a:gdLst>
              <a:gd name="sw" fmla="*/ 1 w 4895"/>
              <a:gd name="sh" fmla="*/ 1 h 1035"/>
              <a:gd name="mins" fmla="min sw sh"/>
              <a:gd name="dsw" fmla="+- 0 sw mins"/>
              <a:gd name="dsh" fmla="+- 0 sh mins"/>
              <a:gd name="p0x0" fmla="*/ 60 w 4895"/>
              <a:gd name="p0y0" fmla="*/ 0 h 1035"/>
              <a:gd name="p0x1" fmla="*/ 4835 w 4895"/>
              <a:gd name="p0y1" fmla="*/ 0 h 1035"/>
              <a:gd name="p0x2" fmla="*/ 4868 w 4895"/>
              <a:gd name="p0y2" fmla="*/ 0 h 1035"/>
              <a:gd name="p0x3" fmla="*/ 4895 w 4895"/>
              <a:gd name="p0y3" fmla="*/ 26 h 1035"/>
              <a:gd name="p0x4" fmla="*/ 4895 w 4895"/>
              <a:gd name="p0y4" fmla="*/ 60 h 1035"/>
              <a:gd name="p0x5" fmla="*/ 4895 w 4895"/>
              <a:gd name="p0y5" fmla="*/ 975 h 1035"/>
              <a:gd name="p0x6" fmla="*/ 4895 w 4895"/>
              <a:gd name="p0y6" fmla="*/ 1008 h 1035"/>
              <a:gd name="p0x7" fmla="*/ 4868 w 4895"/>
              <a:gd name="p0y7" fmla="*/ 1035 h 1035"/>
              <a:gd name="p0x8" fmla="*/ 4835 w 4895"/>
              <a:gd name="p0y8" fmla="*/ 1035 h 1035"/>
              <a:gd name="p0x9" fmla="*/ 60 w 4895"/>
              <a:gd name="p0y9" fmla="*/ 1035 h 1035"/>
              <a:gd name="p0x10" fmla="*/ 26 w 4895"/>
              <a:gd name="p0y10" fmla="*/ 1035 h 1035"/>
              <a:gd name="p0x11" fmla="*/ 0 w 4895"/>
              <a:gd name="p0y11" fmla="*/ 1008 h 1035"/>
              <a:gd name="p0x12" fmla="*/ 0 w 4895"/>
              <a:gd name="p0y12" fmla="*/ 975 h 1035"/>
              <a:gd name="p0x13" fmla="*/ 0 w 4895"/>
              <a:gd name="p0y13" fmla="*/ 60 h 1035"/>
              <a:gd name="p0x14" fmla="*/ 0 w 4895"/>
              <a:gd name="p0y14" fmla="*/ 26 h 1035"/>
              <a:gd name="p0x15" fmla="*/ 26 w 4895"/>
              <a:gd name="p0y15" fmla="*/ 0 h 1035"/>
              <a:gd name="p0x16" fmla="*/ 60 w 4895"/>
              <a:gd name="p0y16" fmla="*/ 0 h 1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45167"/>
              <a:lumOff val="54833"/>
            </a:schemeClr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895350" y="3800475"/>
            <a:ext cx="28702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APP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895350" y="4057650"/>
            <a:ext cx="28702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</a:rPr>
              <a:t>移动应用端接入</a:t>
            </a:r>
            <a:endParaRPr sz="15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6"/>
            </p:custDataLst>
          </p:nvPr>
        </p:nvSpPr>
        <p:spPr>
          <a:xfrm>
            <a:off x="775970" y="5064760"/>
            <a:ext cx="3108325" cy="657225"/>
          </a:xfrm>
          <a:custGeom>
            <a:avLst/>
            <a:gdLst>
              <a:gd name="sw" fmla="*/ 1 w 4895"/>
              <a:gd name="sh" fmla="*/ 1 h 1035"/>
              <a:gd name="mins" fmla="min sw sh"/>
              <a:gd name="dsw" fmla="+- 0 sw mins"/>
              <a:gd name="dsh" fmla="+- 0 sh mins"/>
              <a:gd name="p0x0" fmla="*/ 60 w 4895"/>
              <a:gd name="p0y0" fmla="*/ 0 h 1035"/>
              <a:gd name="p0x1" fmla="*/ 4835 w 4895"/>
              <a:gd name="p0y1" fmla="*/ 0 h 1035"/>
              <a:gd name="p0x2" fmla="*/ 4868 w 4895"/>
              <a:gd name="p0y2" fmla="*/ 0 h 1035"/>
              <a:gd name="p0x3" fmla="*/ 4895 w 4895"/>
              <a:gd name="p0y3" fmla="*/ 26 h 1035"/>
              <a:gd name="p0x4" fmla="*/ 4895 w 4895"/>
              <a:gd name="p0y4" fmla="*/ 60 h 1035"/>
              <a:gd name="p0x5" fmla="*/ 4895 w 4895"/>
              <a:gd name="p0y5" fmla="*/ 975 h 1035"/>
              <a:gd name="p0x6" fmla="*/ 4895 w 4895"/>
              <a:gd name="p0y6" fmla="*/ 1008 h 1035"/>
              <a:gd name="p0x7" fmla="*/ 4868 w 4895"/>
              <a:gd name="p0y7" fmla="*/ 1035 h 1035"/>
              <a:gd name="p0x8" fmla="*/ 4835 w 4895"/>
              <a:gd name="p0y8" fmla="*/ 1035 h 1035"/>
              <a:gd name="p0x9" fmla="*/ 60 w 4895"/>
              <a:gd name="p0y9" fmla="*/ 1035 h 1035"/>
              <a:gd name="p0x10" fmla="*/ 26 w 4895"/>
              <a:gd name="p0y10" fmla="*/ 1035 h 1035"/>
              <a:gd name="p0x11" fmla="*/ 0 w 4895"/>
              <a:gd name="p0y11" fmla="*/ 1008 h 1035"/>
              <a:gd name="p0x12" fmla="*/ 0 w 4895"/>
              <a:gd name="p0y12" fmla="*/ 975 h 1035"/>
              <a:gd name="p0x13" fmla="*/ 0 w 4895"/>
              <a:gd name="p0y13" fmla="*/ 60 h 1035"/>
              <a:gd name="p0x14" fmla="*/ 0 w 4895"/>
              <a:gd name="p0y14" fmla="*/ 26 h 1035"/>
              <a:gd name="p0x15" fmla="*/ 26 w 4895"/>
              <a:gd name="p0y15" fmla="*/ 0 h 1035"/>
              <a:gd name="p0x16" fmla="*/ 60 w 4895"/>
              <a:gd name="p0y16" fmla="*/ 0 h 1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45167"/>
              <a:lumOff val="54833"/>
            </a:schemeClr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895350" y="5131594"/>
            <a:ext cx="28702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企业内部系统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895350" y="5388769"/>
            <a:ext cx="28702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</a:rPr>
              <a:t>集成企业级应用</a:t>
            </a:r>
            <a:endParaRPr sz="15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19"/>
            </p:custDataLst>
          </p:nvPr>
        </p:nvSpPr>
        <p:spPr>
          <a:xfrm>
            <a:off x="4341495" y="1109345"/>
            <a:ext cx="3508375" cy="5362575"/>
          </a:xfrm>
          <a:custGeom>
            <a:avLst/>
            <a:gdLst>
              <a:gd name="sw" fmla="*/ 1 w 5525"/>
              <a:gd name="sh" fmla="*/ 1 h 8445"/>
              <a:gd name="mins" fmla="min sw sh"/>
              <a:gd name="dsw" fmla="+- 0 sw mins"/>
              <a:gd name="dsh" fmla="+- 0 sh mins"/>
              <a:gd name="p0x0" fmla="*/ 60 w 5525"/>
              <a:gd name="p0y0" fmla="*/ 0 h 8445"/>
              <a:gd name="p0x1" fmla="*/ 5465 w 5525"/>
              <a:gd name="p0y1" fmla="*/ 0 h 8445"/>
              <a:gd name="p0x2" fmla="*/ 5498 w 5525"/>
              <a:gd name="p0y2" fmla="*/ 0 h 8445"/>
              <a:gd name="p0x3" fmla="*/ 5525 w 5525"/>
              <a:gd name="p0y3" fmla="*/ 26 h 8445"/>
              <a:gd name="p0x4" fmla="*/ 5525 w 5525"/>
              <a:gd name="p0y4" fmla="*/ 60 h 8445"/>
              <a:gd name="p0x5" fmla="*/ 5525 w 5525"/>
              <a:gd name="p0y5" fmla="*/ 8385 h 8445"/>
              <a:gd name="p0x6" fmla="*/ 5525 w 5525"/>
              <a:gd name="p0y6" fmla="*/ 8418 h 8445"/>
              <a:gd name="p0x7" fmla="*/ 5498 w 5525"/>
              <a:gd name="p0y7" fmla="*/ 8445 h 8445"/>
              <a:gd name="p0x8" fmla="*/ 5465 w 5525"/>
              <a:gd name="p0y8" fmla="*/ 8445 h 8445"/>
              <a:gd name="p0x9" fmla="*/ 60 w 5525"/>
              <a:gd name="p0y9" fmla="*/ 8445 h 8445"/>
              <a:gd name="p0x10" fmla="*/ 26 w 5525"/>
              <a:gd name="p0y10" fmla="*/ 8445 h 8445"/>
              <a:gd name="p0x11" fmla="*/ 0 w 5525"/>
              <a:gd name="p0y11" fmla="*/ 8418 h 8445"/>
              <a:gd name="p0x12" fmla="*/ 0 w 5525"/>
              <a:gd name="p0y12" fmla="*/ 8385 h 8445"/>
              <a:gd name="p0x13" fmla="*/ 0 w 5525"/>
              <a:gd name="p0y13" fmla="*/ 60 h 8445"/>
              <a:gd name="p0x14" fmla="*/ 0 w 5525"/>
              <a:gd name="p0y14" fmla="*/ 26 h 8445"/>
              <a:gd name="p0x15" fmla="*/ 26 w 5525"/>
              <a:gd name="p0y15" fmla="*/ 0 h 8445"/>
              <a:gd name="p0x16" fmla="*/ 60 w 55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2" name="组合 61"/>
          <p:cNvGrpSpPr/>
          <p:nvPr/>
        </p:nvGrpSpPr>
        <p:grpSpPr>
          <a:xfrm>
            <a:off x="4537075" y="1266825"/>
            <a:ext cx="3117850" cy="428625"/>
            <a:chOff x="7145" y="1995"/>
            <a:chExt cx="4910" cy="675"/>
          </a:xfrm>
        </p:grpSpPr>
        <p:sp>
          <p:nvSpPr>
            <p:cNvPr id="23" name="任意多边形 22"/>
            <p:cNvSpPr/>
            <p:nvPr>
              <p:custDataLst>
                <p:tags r:id="rId20"/>
              </p:custDataLst>
            </p:nvPr>
          </p:nvSpPr>
          <p:spPr>
            <a:xfrm>
              <a:off x="7145" y="1995"/>
              <a:ext cx="4910" cy="675"/>
            </a:xfrm>
            <a:custGeom>
              <a:avLst/>
              <a:gdLst>
                <a:gd name="sw" fmla="*/ 1 w 4910"/>
                <a:gd name="sh" fmla="*/ 1 h 675"/>
                <a:gd name="mins" fmla="min sw sh"/>
                <a:gd name="dsw" fmla="+- 0 sw mins"/>
                <a:gd name="dsh" fmla="+- 0 sh mins"/>
                <a:gd name="p0x0" fmla="*/ 0 w 4910"/>
                <a:gd name="p0y0" fmla="*/ 0 h 675"/>
                <a:gd name="p0x1" fmla="*/ 4910 w 4910"/>
                <a:gd name="p0y1" fmla="*/ 0 h 675"/>
                <a:gd name="p0x2" fmla="*/ 4910 w 4910"/>
                <a:gd name="p0y2" fmla="*/ 675 h 675"/>
                <a:gd name="p0x3" fmla="*/ 0 w 4910"/>
                <a:gd name="p0y3" fmla="*/ 675 h 675"/>
                <a:gd name="p0x4" fmla="*/ 0 w 4910"/>
                <a:gd name="p0y4" fmla="*/ 0 h 6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>
              <p:custDataLst>
                <p:tags r:id="rId21"/>
              </p:custDataLst>
            </p:nvPr>
          </p:nvSpPr>
          <p:spPr>
            <a:xfrm>
              <a:off x="7145" y="2640"/>
              <a:ext cx="4910" cy="30"/>
            </a:xfrm>
            <a:custGeom>
              <a:avLst/>
              <a:gdLst>
                <a:gd name="sw" fmla="*/ 1 w 4910"/>
                <a:gd name="sh" fmla="*/ 1 h 30"/>
                <a:gd name="mins" fmla="min sw sh"/>
                <a:gd name="dsw" fmla="+- 0 sw mins"/>
                <a:gd name="dsh" fmla="+- 0 sh mins"/>
                <a:gd name="p0x0" fmla="*/ 4910 w 4910"/>
                <a:gd name="p0y0" fmla="*/ 30 h 30"/>
                <a:gd name="p0x1" fmla="*/ 0 w 4910"/>
                <a:gd name="p0y1" fmla="*/ 30 h 30"/>
                <a:gd name="p0x2" fmla="*/ 0 w 4910"/>
                <a:gd name="p0y2" fmla="*/ 0 h 30"/>
                <a:gd name="p0x3" fmla="*/ 4910 w 4910"/>
                <a:gd name="p0y3" fmla="*/ 0 h 30"/>
                <a:gd name="p0x4" fmla="*/ 4910 w 4910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6" name="任意多边形 25"/>
          <p:cNvSpPr/>
          <p:nvPr>
            <p:custDataLst>
              <p:tags r:id="rId22"/>
            </p:custDataLst>
          </p:nvPr>
        </p:nvSpPr>
        <p:spPr>
          <a:xfrm>
            <a:off x="4537075" y="129984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 descr="51abd287-a51f-11f1-8b9c-ba45df0fcf45"/>
          <p:cNvPicPr/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l="-16" t="-208" r="16" b="208"/>
          <a:stretch>
            <a:fillRect/>
          </a:stretch>
        </p:blipFill>
        <p:spPr>
          <a:xfrm>
            <a:off x="4594225" y="1356995"/>
            <a:ext cx="152400" cy="15240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26"/>
            </p:custDataLst>
          </p:nvPr>
        </p:nvSpPr>
        <p:spPr>
          <a:xfrm>
            <a:off x="4918101" y="1250632"/>
            <a:ext cx="131727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endParaRPr lang="zh-CN" sz="2100" b="1" spc="42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27"/>
            </p:custDataLst>
          </p:nvPr>
        </p:nvSpPr>
        <p:spPr>
          <a:xfrm>
            <a:off x="4541520" y="2402205"/>
            <a:ext cx="3108325" cy="657225"/>
          </a:xfrm>
          <a:custGeom>
            <a:avLst/>
            <a:gdLst>
              <a:gd name="sw" fmla="*/ 1 w 4895"/>
              <a:gd name="sh" fmla="*/ 1 h 1035"/>
              <a:gd name="mins" fmla="min sw sh"/>
              <a:gd name="dsw" fmla="+- 0 sw mins"/>
              <a:gd name="dsh" fmla="+- 0 sh mins"/>
              <a:gd name="p0x0" fmla="*/ 60 w 4895"/>
              <a:gd name="p0y0" fmla="*/ 0 h 1035"/>
              <a:gd name="p0x1" fmla="*/ 4835 w 4895"/>
              <a:gd name="p0y1" fmla="*/ 0 h 1035"/>
              <a:gd name="p0x2" fmla="*/ 4868 w 4895"/>
              <a:gd name="p0y2" fmla="*/ 0 h 1035"/>
              <a:gd name="p0x3" fmla="*/ 4895 w 4895"/>
              <a:gd name="p0y3" fmla="*/ 26 h 1035"/>
              <a:gd name="p0x4" fmla="*/ 4895 w 4895"/>
              <a:gd name="p0y4" fmla="*/ 60 h 1035"/>
              <a:gd name="p0x5" fmla="*/ 4895 w 4895"/>
              <a:gd name="p0y5" fmla="*/ 975 h 1035"/>
              <a:gd name="p0x6" fmla="*/ 4895 w 4895"/>
              <a:gd name="p0y6" fmla="*/ 1008 h 1035"/>
              <a:gd name="p0x7" fmla="*/ 4868 w 4895"/>
              <a:gd name="p0y7" fmla="*/ 1035 h 1035"/>
              <a:gd name="p0x8" fmla="*/ 4835 w 4895"/>
              <a:gd name="p0y8" fmla="*/ 1035 h 1035"/>
              <a:gd name="p0x9" fmla="*/ 60 w 4895"/>
              <a:gd name="p0y9" fmla="*/ 1035 h 1035"/>
              <a:gd name="p0x10" fmla="*/ 26 w 4895"/>
              <a:gd name="p0y10" fmla="*/ 1035 h 1035"/>
              <a:gd name="p0x11" fmla="*/ 0 w 4895"/>
              <a:gd name="p0y11" fmla="*/ 1008 h 1035"/>
              <a:gd name="p0x12" fmla="*/ 0 w 4895"/>
              <a:gd name="p0y12" fmla="*/ 975 h 1035"/>
              <a:gd name="p0x13" fmla="*/ 0 w 4895"/>
              <a:gd name="p0y13" fmla="*/ 60 h 1035"/>
              <a:gd name="p0x14" fmla="*/ 0 w 4895"/>
              <a:gd name="p0y14" fmla="*/ 26 h 1035"/>
              <a:gd name="p0x15" fmla="*/ 26 w 4895"/>
              <a:gd name="p0y15" fmla="*/ 0 h 1035"/>
              <a:gd name="p0x16" fmla="*/ 60 w 4895"/>
              <a:gd name="p0y16" fmla="*/ 0 h 1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45167"/>
              <a:lumOff val="54833"/>
            </a:schemeClr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28"/>
            </p:custDataLst>
          </p:nvPr>
        </p:nvSpPr>
        <p:spPr>
          <a:xfrm>
            <a:off x="4660926" y="2469356"/>
            <a:ext cx="28702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LangGraph</a:t>
            </a:r>
            <a:r>
              <a:rPr 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状态机</a:t>
            </a:r>
            <a:endParaRPr lang="zh-CN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9"/>
            </p:custDataLst>
          </p:nvPr>
        </p:nvSpPr>
        <p:spPr>
          <a:xfrm>
            <a:off x="4660926" y="2726531"/>
            <a:ext cx="28702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</a:rPr>
              <a:t>工作流编排</a:t>
            </a:r>
            <a:endParaRPr sz="15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0"/>
            </p:custDataLst>
          </p:nvPr>
        </p:nvSpPr>
        <p:spPr>
          <a:xfrm>
            <a:off x="4541520" y="3733800"/>
            <a:ext cx="3108325" cy="657225"/>
          </a:xfrm>
          <a:custGeom>
            <a:avLst/>
            <a:gdLst>
              <a:gd name="sw" fmla="*/ 1 w 4895"/>
              <a:gd name="sh" fmla="*/ 1 h 1035"/>
              <a:gd name="mins" fmla="min sw sh"/>
              <a:gd name="dsw" fmla="+- 0 sw mins"/>
              <a:gd name="dsh" fmla="+- 0 sh mins"/>
              <a:gd name="p0x0" fmla="*/ 60 w 4895"/>
              <a:gd name="p0y0" fmla="*/ 0 h 1035"/>
              <a:gd name="p0x1" fmla="*/ 4835 w 4895"/>
              <a:gd name="p0y1" fmla="*/ 0 h 1035"/>
              <a:gd name="p0x2" fmla="*/ 4868 w 4895"/>
              <a:gd name="p0y2" fmla="*/ 0 h 1035"/>
              <a:gd name="p0x3" fmla="*/ 4895 w 4895"/>
              <a:gd name="p0y3" fmla="*/ 26 h 1035"/>
              <a:gd name="p0x4" fmla="*/ 4895 w 4895"/>
              <a:gd name="p0y4" fmla="*/ 60 h 1035"/>
              <a:gd name="p0x5" fmla="*/ 4895 w 4895"/>
              <a:gd name="p0y5" fmla="*/ 975 h 1035"/>
              <a:gd name="p0x6" fmla="*/ 4895 w 4895"/>
              <a:gd name="p0y6" fmla="*/ 1008 h 1035"/>
              <a:gd name="p0x7" fmla="*/ 4868 w 4895"/>
              <a:gd name="p0y7" fmla="*/ 1035 h 1035"/>
              <a:gd name="p0x8" fmla="*/ 4835 w 4895"/>
              <a:gd name="p0y8" fmla="*/ 1035 h 1035"/>
              <a:gd name="p0x9" fmla="*/ 60 w 4895"/>
              <a:gd name="p0y9" fmla="*/ 1035 h 1035"/>
              <a:gd name="p0x10" fmla="*/ 26 w 4895"/>
              <a:gd name="p0y10" fmla="*/ 1035 h 1035"/>
              <a:gd name="p0x11" fmla="*/ 0 w 4895"/>
              <a:gd name="p0y11" fmla="*/ 1008 h 1035"/>
              <a:gd name="p0x12" fmla="*/ 0 w 4895"/>
              <a:gd name="p0y12" fmla="*/ 975 h 1035"/>
              <a:gd name="p0x13" fmla="*/ 0 w 4895"/>
              <a:gd name="p0y13" fmla="*/ 60 h 1035"/>
              <a:gd name="p0x14" fmla="*/ 0 w 4895"/>
              <a:gd name="p0y14" fmla="*/ 26 h 1035"/>
              <a:gd name="p0x15" fmla="*/ 26 w 4895"/>
              <a:gd name="p0y15" fmla="*/ 0 h 1035"/>
              <a:gd name="p0x16" fmla="*/ 60 w 4895"/>
              <a:gd name="p0y16" fmla="*/ 0 h 1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45167"/>
              <a:lumOff val="54833"/>
            </a:schemeClr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1"/>
            </p:custDataLst>
          </p:nvPr>
        </p:nvSpPr>
        <p:spPr>
          <a:xfrm>
            <a:off x="4660926" y="3800475"/>
            <a:ext cx="28702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MinMax LLM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2"/>
            </p:custDataLst>
          </p:nvPr>
        </p:nvSpPr>
        <p:spPr>
          <a:xfrm>
            <a:off x="4660926" y="4057650"/>
            <a:ext cx="28702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</a:rPr>
              <a:t>自然语言意图理解</a:t>
            </a:r>
            <a:endParaRPr sz="15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33"/>
            </p:custDataLst>
          </p:nvPr>
        </p:nvSpPr>
        <p:spPr>
          <a:xfrm>
            <a:off x="4541520" y="5064760"/>
            <a:ext cx="3108325" cy="657225"/>
          </a:xfrm>
          <a:custGeom>
            <a:avLst/>
            <a:gdLst>
              <a:gd name="sw" fmla="*/ 1 w 4895"/>
              <a:gd name="sh" fmla="*/ 1 h 1035"/>
              <a:gd name="mins" fmla="min sw sh"/>
              <a:gd name="dsw" fmla="+- 0 sw mins"/>
              <a:gd name="dsh" fmla="+- 0 sh mins"/>
              <a:gd name="p0x0" fmla="*/ 60 w 4895"/>
              <a:gd name="p0y0" fmla="*/ 0 h 1035"/>
              <a:gd name="p0x1" fmla="*/ 4835 w 4895"/>
              <a:gd name="p0y1" fmla="*/ 0 h 1035"/>
              <a:gd name="p0x2" fmla="*/ 4868 w 4895"/>
              <a:gd name="p0y2" fmla="*/ 0 h 1035"/>
              <a:gd name="p0x3" fmla="*/ 4895 w 4895"/>
              <a:gd name="p0y3" fmla="*/ 26 h 1035"/>
              <a:gd name="p0x4" fmla="*/ 4895 w 4895"/>
              <a:gd name="p0y4" fmla="*/ 60 h 1035"/>
              <a:gd name="p0x5" fmla="*/ 4895 w 4895"/>
              <a:gd name="p0y5" fmla="*/ 975 h 1035"/>
              <a:gd name="p0x6" fmla="*/ 4895 w 4895"/>
              <a:gd name="p0y6" fmla="*/ 1008 h 1035"/>
              <a:gd name="p0x7" fmla="*/ 4868 w 4895"/>
              <a:gd name="p0y7" fmla="*/ 1035 h 1035"/>
              <a:gd name="p0x8" fmla="*/ 4835 w 4895"/>
              <a:gd name="p0y8" fmla="*/ 1035 h 1035"/>
              <a:gd name="p0x9" fmla="*/ 60 w 4895"/>
              <a:gd name="p0y9" fmla="*/ 1035 h 1035"/>
              <a:gd name="p0x10" fmla="*/ 26 w 4895"/>
              <a:gd name="p0y10" fmla="*/ 1035 h 1035"/>
              <a:gd name="p0x11" fmla="*/ 0 w 4895"/>
              <a:gd name="p0y11" fmla="*/ 1008 h 1035"/>
              <a:gd name="p0x12" fmla="*/ 0 w 4895"/>
              <a:gd name="p0y12" fmla="*/ 975 h 1035"/>
              <a:gd name="p0x13" fmla="*/ 0 w 4895"/>
              <a:gd name="p0y13" fmla="*/ 60 h 1035"/>
              <a:gd name="p0x14" fmla="*/ 0 w 4895"/>
              <a:gd name="p0y14" fmla="*/ 26 h 1035"/>
              <a:gd name="p0x15" fmla="*/ 26 w 4895"/>
              <a:gd name="p0y15" fmla="*/ 0 h 1035"/>
              <a:gd name="p0x16" fmla="*/ 60 w 4895"/>
              <a:gd name="p0y16" fmla="*/ 0 h 1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45167"/>
              <a:lumOff val="54833"/>
            </a:schemeClr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34"/>
            </p:custDataLst>
          </p:nvPr>
        </p:nvSpPr>
        <p:spPr>
          <a:xfrm>
            <a:off x="4660926" y="5131594"/>
            <a:ext cx="28702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</a:t>
            </a:r>
            <a:r>
              <a:rPr lang="en-US" alt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</a:t>
            </a:r>
            <a:endParaRPr lang="en-US" altLang="zh-CN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35"/>
            </p:custDataLst>
          </p:nvPr>
        </p:nvSpPr>
        <p:spPr>
          <a:xfrm>
            <a:off x="4660926" y="5388769"/>
            <a:ext cx="28702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</a:rPr>
              <a:t>多轮上下文记忆</a:t>
            </a:r>
            <a:endParaRPr sz="15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36"/>
            </p:custDataLst>
          </p:nvPr>
        </p:nvSpPr>
        <p:spPr>
          <a:xfrm>
            <a:off x="8107045" y="1109345"/>
            <a:ext cx="3508375" cy="5362575"/>
          </a:xfrm>
          <a:custGeom>
            <a:avLst/>
            <a:gdLst>
              <a:gd name="sw" fmla="*/ 1 w 5525"/>
              <a:gd name="sh" fmla="*/ 1 h 8445"/>
              <a:gd name="mins" fmla="min sw sh"/>
              <a:gd name="dsw" fmla="+- 0 sw mins"/>
              <a:gd name="dsh" fmla="+- 0 sh mins"/>
              <a:gd name="p0x0" fmla="*/ 60 w 5525"/>
              <a:gd name="p0y0" fmla="*/ 0 h 8445"/>
              <a:gd name="p0x1" fmla="*/ 5465 w 5525"/>
              <a:gd name="p0y1" fmla="*/ 0 h 8445"/>
              <a:gd name="p0x2" fmla="*/ 5498 w 5525"/>
              <a:gd name="p0y2" fmla="*/ 0 h 8445"/>
              <a:gd name="p0x3" fmla="*/ 5525 w 5525"/>
              <a:gd name="p0y3" fmla="*/ 26 h 8445"/>
              <a:gd name="p0x4" fmla="*/ 5525 w 5525"/>
              <a:gd name="p0y4" fmla="*/ 60 h 8445"/>
              <a:gd name="p0x5" fmla="*/ 5525 w 5525"/>
              <a:gd name="p0y5" fmla="*/ 8385 h 8445"/>
              <a:gd name="p0x6" fmla="*/ 5525 w 5525"/>
              <a:gd name="p0y6" fmla="*/ 8418 h 8445"/>
              <a:gd name="p0x7" fmla="*/ 5498 w 5525"/>
              <a:gd name="p0y7" fmla="*/ 8445 h 8445"/>
              <a:gd name="p0x8" fmla="*/ 5465 w 5525"/>
              <a:gd name="p0y8" fmla="*/ 8445 h 8445"/>
              <a:gd name="p0x9" fmla="*/ 60 w 5525"/>
              <a:gd name="p0y9" fmla="*/ 8445 h 8445"/>
              <a:gd name="p0x10" fmla="*/ 26 w 5525"/>
              <a:gd name="p0y10" fmla="*/ 8445 h 8445"/>
              <a:gd name="p0x11" fmla="*/ 0 w 5525"/>
              <a:gd name="p0y11" fmla="*/ 8418 h 8445"/>
              <a:gd name="p0x12" fmla="*/ 0 w 5525"/>
              <a:gd name="p0y12" fmla="*/ 8385 h 8445"/>
              <a:gd name="p0x13" fmla="*/ 0 w 5525"/>
              <a:gd name="p0y13" fmla="*/ 60 h 8445"/>
              <a:gd name="p0x14" fmla="*/ 0 w 5525"/>
              <a:gd name="p0y14" fmla="*/ 26 h 8445"/>
              <a:gd name="p0x15" fmla="*/ 26 w 5525"/>
              <a:gd name="p0y15" fmla="*/ 0 h 8445"/>
              <a:gd name="p0x16" fmla="*/ 60 w 55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3" name="组合 62"/>
          <p:cNvGrpSpPr/>
          <p:nvPr/>
        </p:nvGrpSpPr>
        <p:grpSpPr>
          <a:xfrm>
            <a:off x="8302625" y="1266825"/>
            <a:ext cx="3117850" cy="428625"/>
            <a:chOff x="13075" y="1995"/>
            <a:chExt cx="4910" cy="675"/>
          </a:xfrm>
        </p:grpSpPr>
        <p:sp>
          <p:nvSpPr>
            <p:cNvPr id="41" name="任意多边形 40"/>
            <p:cNvSpPr/>
            <p:nvPr>
              <p:custDataLst>
                <p:tags r:id="rId37"/>
              </p:custDataLst>
            </p:nvPr>
          </p:nvSpPr>
          <p:spPr>
            <a:xfrm>
              <a:off x="13075" y="1995"/>
              <a:ext cx="4910" cy="675"/>
            </a:xfrm>
            <a:custGeom>
              <a:avLst/>
              <a:gdLst>
                <a:gd name="sw" fmla="*/ 1 w 4910"/>
                <a:gd name="sh" fmla="*/ 1 h 675"/>
                <a:gd name="mins" fmla="min sw sh"/>
                <a:gd name="dsw" fmla="+- 0 sw mins"/>
                <a:gd name="dsh" fmla="+- 0 sh mins"/>
                <a:gd name="p0x0" fmla="*/ 0 w 4910"/>
                <a:gd name="p0y0" fmla="*/ 0 h 675"/>
                <a:gd name="p0x1" fmla="*/ 4910 w 4910"/>
                <a:gd name="p0y1" fmla="*/ 0 h 675"/>
                <a:gd name="p0x2" fmla="*/ 4910 w 4910"/>
                <a:gd name="p0y2" fmla="*/ 675 h 675"/>
                <a:gd name="p0x3" fmla="*/ 0 w 4910"/>
                <a:gd name="p0y3" fmla="*/ 675 h 675"/>
                <a:gd name="p0x4" fmla="*/ 0 w 4910"/>
                <a:gd name="p0y4" fmla="*/ 0 h 6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任意多边形 41"/>
            <p:cNvSpPr/>
            <p:nvPr>
              <p:custDataLst>
                <p:tags r:id="rId38"/>
              </p:custDataLst>
            </p:nvPr>
          </p:nvSpPr>
          <p:spPr>
            <a:xfrm>
              <a:off x="13075" y="2640"/>
              <a:ext cx="4910" cy="30"/>
            </a:xfrm>
            <a:custGeom>
              <a:avLst/>
              <a:gdLst>
                <a:gd name="sw" fmla="*/ 1 w 4910"/>
                <a:gd name="sh" fmla="*/ 1 h 30"/>
                <a:gd name="mins" fmla="min sw sh"/>
                <a:gd name="dsw" fmla="+- 0 sw mins"/>
                <a:gd name="dsh" fmla="+- 0 sh mins"/>
                <a:gd name="p0x0" fmla="*/ 4910 w 4910"/>
                <a:gd name="p0y0" fmla="*/ 30 h 30"/>
                <a:gd name="p0x1" fmla="*/ 0 w 4910"/>
                <a:gd name="p0y1" fmla="*/ 30 h 30"/>
                <a:gd name="p0x2" fmla="*/ 0 w 4910"/>
                <a:gd name="p0y2" fmla="*/ 0 h 30"/>
                <a:gd name="p0x3" fmla="*/ 4910 w 4910"/>
                <a:gd name="p0y3" fmla="*/ 0 h 30"/>
                <a:gd name="p0x4" fmla="*/ 4910 w 4910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4" name="任意多边形 43"/>
          <p:cNvSpPr/>
          <p:nvPr>
            <p:custDataLst>
              <p:tags r:id="rId39"/>
            </p:custDataLst>
          </p:nvPr>
        </p:nvSpPr>
        <p:spPr>
          <a:xfrm>
            <a:off x="8302625" y="129984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5" name="图片 44" descr="51abd2bb-a51f-11f1-8b9c-ba45df0fcf45"/>
          <p:cNvPicPr/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33" t="-208" r="33" b="208"/>
          <a:stretch>
            <a:fillRect/>
          </a:stretch>
        </p:blipFill>
        <p:spPr>
          <a:xfrm>
            <a:off x="8359775" y="1356995"/>
            <a:ext cx="152400" cy="152400"/>
          </a:xfrm>
          <a:prstGeom prst="rect">
            <a:avLst/>
          </a:prstGeom>
        </p:spPr>
      </p:pic>
      <p:sp>
        <p:nvSpPr>
          <p:cNvPr id="48" name="文本框 47"/>
          <p:cNvSpPr txBox="1"/>
          <p:nvPr>
            <p:custDataLst>
              <p:tags r:id="rId43"/>
            </p:custDataLst>
          </p:nvPr>
        </p:nvSpPr>
        <p:spPr>
          <a:xfrm>
            <a:off x="8683676" y="1250632"/>
            <a:ext cx="108287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能力层</a:t>
            </a:r>
            <a:endParaRPr sz="2100" b="1" spc="42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44"/>
            </p:custDataLst>
          </p:nvPr>
        </p:nvSpPr>
        <p:spPr>
          <a:xfrm>
            <a:off x="8307070" y="2052320"/>
            <a:ext cx="3108325" cy="400050"/>
          </a:xfrm>
          <a:custGeom>
            <a:avLst/>
            <a:gdLst>
              <a:gd name="sw" fmla="*/ 1 w 4895"/>
              <a:gd name="sh" fmla="*/ 1 h 630"/>
              <a:gd name="mins" fmla="min sw sh"/>
              <a:gd name="dsw" fmla="+- 0 sw mins"/>
              <a:gd name="dsh" fmla="+- 0 sh mins"/>
              <a:gd name="p0x0" fmla="*/ 60 w 4895"/>
              <a:gd name="p0y0" fmla="*/ 0 h 630"/>
              <a:gd name="p0x1" fmla="*/ 4835 w 4895"/>
              <a:gd name="p0y1" fmla="*/ 0 h 630"/>
              <a:gd name="p0x2" fmla="*/ 4868 w 4895"/>
              <a:gd name="p0y2" fmla="*/ 0 h 630"/>
              <a:gd name="p0x3" fmla="*/ 4895 w 4895"/>
              <a:gd name="p0y3" fmla="*/ 26 h 630"/>
              <a:gd name="p0x4" fmla="*/ 4895 w 4895"/>
              <a:gd name="p0y4" fmla="*/ 60 h 630"/>
              <a:gd name="p0x5" fmla="*/ 4895 w 4895"/>
              <a:gd name="p0y5" fmla="*/ 570 h 630"/>
              <a:gd name="p0x6" fmla="*/ 4895 w 4895"/>
              <a:gd name="p0y6" fmla="*/ 603 h 630"/>
              <a:gd name="p0x7" fmla="*/ 4868 w 4895"/>
              <a:gd name="p0y7" fmla="*/ 630 h 630"/>
              <a:gd name="p0x8" fmla="*/ 4835 w 4895"/>
              <a:gd name="p0y8" fmla="*/ 630 h 630"/>
              <a:gd name="p0x9" fmla="*/ 60 w 4895"/>
              <a:gd name="p0y9" fmla="*/ 630 h 630"/>
              <a:gd name="p0x10" fmla="*/ 26 w 4895"/>
              <a:gd name="p0y10" fmla="*/ 630 h 630"/>
              <a:gd name="p0x11" fmla="*/ 0 w 4895"/>
              <a:gd name="p0y11" fmla="*/ 603 h 630"/>
              <a:gd name="p0x12" fmla="*/ 0 w 4895"/>
              <a:gd name="p0y12" fmla="*/ 570 h 630"/>
              <a:gd name="p0x13" fmla="*/ 0 w 4895"/>
              <a:gd name="p0y13" fmla="*/ 60 h 630"/>
              <a:gd name="p0x14" fmla="*/ 0 w 4895"/>
              <a:gd name="p0y14" fmla="*/ 26 h 630"/>
              <a:gd name="p0x15" fmla="*/ 26 w 4895"/>
              <a:gd name="p0y15" fmla="*/ 0 h 630"/>
              <a:gd name="p0x16" fmla="*/ 60 w 4895"/>
              <a:gd name="p0y16" fmla="*/ 0 h 6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45167"/>
              <a:lumOff val="54833"/>
            </a:schemeClr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45"/>
            </p:custDataLst>
          </p:nvPr>
        </p:nvSpPr>
        <p:spPr>
          <a:xfrm>
            <a:off x="8426501" y="2119313"/>
            <a:ext cx="28702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YOLO</a:t>
            </a:r>
            <a:r>
              <a:rPr 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智能裁剪</a:t>
            </a:r>
            <a:endParaRPr lang="zh-CN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46"/>
            </p:custDataLst>
          </p:nvPr>
        </p:nvSpPr>
        <p:spPr>
          <a:xfrm>
            <a:off x="8307070" y="2776220"/>
            <a:ext cx="3108325" cy="400050"/>
          </a:xfrm>
          <a:custGeom>
            <a:avLst/>
            <a:gdLst>
              <a:gd name="sw" fmla="*/ 1 w 4895"/>
              <a:gd name="sh" fmla="*/ 1 h 630"/>
              <a:gd name="mins" fmla="min sw sh"/>
              <a:gd name="dsw" fmla="+- 0 sw mins"/>
              <a:gd name="dsh" fmla="+- 0 sh mins"/>
              <a:gd name="p0x0" fmla="*/ 60 w 4895"/>
              <a:gd name="p0y0" fmla="*/ 0 h 630"/>
              <a:gd name="p0x1" fmla="*/ 4835 w 4895"/>
              <a:gd name="p0y1" fmla="*/ 0 h 630"/>
              <a:gd name="p0x2" fmla="*/ 4868 w 4895"/>
              <a:gd name="p0y2" fmla="*/ 0 h 630"/>
              <a:gd name="p0x3" fmla="*/ 4895 w 4895"/>
              <a:gd name="p0y3" fmla="*/ 26 h 630"/>
              <a:gd name="p0x4" fmla="*/ 4895 w 4895"/>
              <a:gd name="p0y4" fmla="*/ 60 h 630"/>
              <a:gd name="p0x5" fmla="*/ 4895 w 4895"/>
              <a:gd name="p0y5" fmla="*/ 570 h 630"/>
              <a:gd name="p0x6" fmla="*/ 4895 w 4895"/>
              <a:gd name="p0y6" fmla="*/ 603 h 630"/>
              <a:gd name="p0x7" fmla="*/ 4868 w 4895"/>
              <a:gd name="p0y7" fmla="*/ 630 h 630"/>
              <a:gd name="p0x8" fmla="*/ 4835 w 4895"/>
              <a:gd name="p0y8" fmla="*/ 630 h 630"/>
              <a:gd name="p0x9" fmla="*/ 60 w 4895"/>
              <a:gd name="p0y9" fmla="*/ 630 h 630"/>
              <a:gd name="p0x10" fmla="*/ 26 w 4895"/>
              <a:gd name="p0y10" fmla="*/ 630 h 630"/>
              <a:gd name="p0x11" fmla="*/ 0 w 4895"/>
              <a:gd name="p0y11" fmla="*/ 603 h 630"/>
              <a:gd name="p0x12" fmla="*/ 0 w 4895"/>
              <a:gd name="p0y12" fmla="*/ 570 h 630"/>
              <a:gd name="p0x13" fmla="*/ 0 w 4895"/>
              <a:gd name="p0y13" fmla="*/ 60 h 630"/>
              <a:gd name="p0x14" fmla="*/ 0 w 4895"/>
              <a:gd name="p0y14" fmla="*/ 26 h 630"/>
              <a:gd name="p0x15" fmla="*/ 26 w 4895"/>
              <a:gd name="p0y15" fmla="*/ 0 h 630"/>
              <a:gd name="p0x16" fmla="*/ 60 w 4895"/>
              <a:gd name="p0y16" fmla="*/ 0 h 6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45167"/>
              <a:lumOff val="54833"/>
            </a:schemeClr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47"/>
            </p:custDataLst>
          </p:nvPr>
        </p:nvSpPr>
        <p:spPr>
          <a:xfrm>
            <a:off x="8426501" y="2843213"/>
            <a:ext cx="28702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Whisper</a:t>
            </a:r>
            <a:r>
              <a:rPr 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语音识别</a:t>
            </a:r>
            <a:endParaRPr lang="zh-CN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48"/>
            </p:custDataLst>
          </p:nvPr>
        </p:nvSpPr>
        <p:spPr>
          <a:xfrm>
            <a:off x="8307070" y="3500120"/>
            <a:ext cx="3108325" cy="400050"/>
          </a:xfrm>
          <a:custGeom>
            <a:avLst/>
            <a:gdLst>
              <a:gd name="sw" fmla="*/ 1 w 4895"/>
              <a:gd name="sh" fmla="*/ 1 h 630"/>
              <a:gd name="mins" fmla="min sw sh"/>
              <a:gd name="dsw" fmla="+- 0 sw mins"/>
              <a:gd name="dsh" fmla="+- 0 sh mins"/>
              <a:gd name="p0x0" fmla="*/ 60 w 4895"/>
              <a:gd name="p0y0" fmla="*/ 0 h 630"/>
              <a:gd name="p0x1" fmla="*/ 4835 w 4895"/>
              <a:gd name="p0y1" fmla="*/ 0 h 630"/>
              <a:gd name="p0x2" fmla="*/ 4868 w 4895"/>
              <a:gd name="p0y2" fmla="*/ 0 h 630"/>
              <a:gd name="p0x3" fmla="*/ 4895 w 4895"/>
              <a:gd name="p0y3" fmla="*/ 26 h 630"/>
              <a:gd name="p0x4" fmla="*/ 4895 w 4895"/>
              <a:gd name="p0y4" fmla="*/ 60 h 630"/>
              <a:gd name="p0x5" fmla="*/ 4895 w 4895"/>
              <a:gd name="p0y5" fmla="*/ 570 h 630"/>
              <a:gd name="p0x6" fmla="*/ 4895 w 4895"/>
              <a:gd name="p0y6" fmla="*/ 603 h 630"/>
              <a:gd name="p0x7" fmla="*/ 4868 w 4895"/>
              <a:gd name="p0y7" fmla="*/ 630 h 630"/>
              <a:gd name="p0x8" fmla="*/ 4835 w 4895"/>
              <a:gd name="p0y8" fmla="*/ 630 h 630"/>
              <a:gd name="p0x9" fmla="*/ 60 w 4895"/>
              <a:gd name="p0y9" fmla="*/ 630 h 630"/>
              <a:gd name="p0x10" fmla="*/ 26 w 4895"/>
              <a:gd name="p0y10" fmla="*/ 630 h 630"/>
              <a:gd name="p0x11" fmla="*/ 0 w 4895"/>
              <a:gd name="p0y11" fmla="*/ 603 h 630"/>
              <a:gd name="p0x12" fmla="*/ 0 w 4895"/>
              <a:gd name="p0y12" fmla="*/ 570 h 630"/>
              <a:gd name="p0x13" fmla="*/ 0 w 4895"/>
              <a:gd name="p0y13" fmla="*/ 60 h 630"/>
              <a:gd name="p0x14" fmla="*/ 0 w 4895"/>
              <a:gd name="p0y14" fmla="*/ 26 h 630"/>
              <a:gd name="p0x15" fmla="*/ 26 w 4895"/>
              <a:gd name="p0y15" fmla="*/ 0 h 630"/>
              <a:gd name="p0x16" fmla="*/ 60 w 4895"/>
              <a:gd name="p0y16" fmla="*/ 0 h 6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45167"/>
              <a:lumOff val="54833"/>
            </a:schemeClr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49"/>
            </p:custDataLst>
          </p:nvPr>
        </p:nvSpPr>
        <p:spPr>
          <a:xfrm>
            <a:off x="8426501" y="3567113"/>
            <a:ext cx="28702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FFmpeg</a:t>
            </a:r>
            <a:r>
              <a:rPr 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视频处理</a:t>
            </a:r>
            <a:endParaRPr lang="zh-CN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任意多边形 54"/>
          <p:cNvSpPr/>
          <p:nvPr>
            <p:custDataLst>
              <p:tags r:id="rId50"/>
            </p:custDataLst>
          </p:nvPr>
        </p:nvSpPr>
        <p:spPr>
          <a:xfrm>
            <a:off x="8307070" y="4224020"/>
            <a:ext cx="3108325" cy="400050"/>
          </a:xfrm>
          <a:custGeom>
            <a:avLst/>
            <a:gdLst>
              <a:gd name="sw" fmla="*/ 1 w 4895"/>
              <a:gd name="sh" fmla="*/ 1 h 630"/>
              <a:gd name="mins" fmla="min sw sh"/>
              <a:gd name="dsw" fmla="+- 0 sw mins"/>
              <a:gd name="dsh" fmla="+- 0 sh mins"/>
              <a:gd name="p0x0" fmla="*/ 60 w 4895"/>
              <a:gd name="p0y0" fmla="*/ 0 h 630"/>
              <a:gd name="p0x1" fmla="*/ 4835 w 4895"/>
              <a:gd name="p0y1" fmla="*/ 0 h 630"/>
              <a:gd name="p0x2" fmla="*/ 4868 w 4895"/>
              <a:gd name="p0y2" fmla="*/ 0 h 630"/>
              <a:gd name="p0x3" fmla="*/ 4895 w 4895"/>
              <a:gd name="p0y3" fmla="*/ 26 h 630"/>
              <a:gd name="p0x4" fmla="*/ 4895 w 4895"/>
              <a:gd name="p0y4" fmla="*/ 60 h 630"/>
              <a:gd name="p0x5" fmla="*/ 4895 w 4895"/>
              <a:gd name="p0y5" fmla="*/ 570 h 630"/>
              <a:gd name="p0x6" fmla="*/ 4895 w 4895"/>
              <a:gd name="p0y6" fmla="*/ 603 h 630"/>
              <a:gd name="p0x7" fmla="*/ 4868 w 4895"/>
              <a:gd name="p0y7" fmla="*/ 630 h 630"/>
              <a:gd name="p0x8" fmla="*/ 4835 w 4895"/>
              <a:gd name="p0y8" fmla="*/ 630 h 630"/>
              <a:gd name="p0x9" fmla="*/ 60 w 4895"/>
              <a:gd name="p0y9" fmla="*/ 630 h 630"/>
              <a:gd name="p0x10" fmla="*/ 26 w 4895"/>
              <a:gd name="p0y10" fmla="*/ 630 h 630"/>
              <a:gd name="p0x11" fmla="*/ 0 w 4895"/>
              <a:gd name="p0y11" fmla="*/ 603 h 630"/>
              <a:gd name="p0x12" fmla="*/ 0 w 4895"/>
              <a:gd name="p0y12" fmla="*/ 570 h 630"/>
              <a:gd name="p0x13" fmla="*/ 0 w 4895"/>
              <a:gd name="p0y13" fmla="*/ 60 h 630"/>
              <a:gd name="p0x14" fmla="*/ 0 w 4895"/>
              <a:gd name="p0y14" fmla="*/ 26 h 630"/>
              <a:gd name="p0x15" fmla="*/ 26 w 4895"/>
              <a:gd name="p0y15" fmla="*/ 0 h 630"/>
              <a:gd name="p0x16" fmla="*/ 60 w 4895"/>
              <a:gd name="p0y16" fmla="*/ 0 h 6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45167"/>
              <a:lumOff val="54833"/>
            </a:schemeClr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51"/>
            </p:custDataLst>
          </p:nvPr>
        </p:nvSpPr>
        <p:spPr>
          <a:xfrm>
            <a:off x="8426501" y="4291013"/>
            <a:ext cx="28702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TTS</a:t>
            </a:r>
            <a:r>
              <a:rPr 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配音</a:t>
            </a:r>
            <a:endParaRPr lang="zh-CN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任意多边形 56"/>
          <p:cNvSpPr/>
          <p:nvPr>
            <p:custDataLst>
              <p:tags r:id="rId52"/>
            </p:custDataLst>
          </p:nvPr>
        </p:nvSpPr>
        <p:spPr>
          <a:xfrm>
            <a:off x="8307070" y="4947920"/>
            <a:ext cx="3108325" cy="400050"/>
          </a:xfrm>
          <a:custGeom>
            <a:avLst/>
            <a:gdLst>
              <a:gd name="sw" fmla="*/ 1 w 4895"/>
              <a:gd name="sh" fmla="*/ 1 h 630"/>
              <a:gd name="mins" fmla="min sw sh"/>
              <a:gd name="dsw" fmla="+- 0 sw mins"/>
              <a:gd name="dsh" fmla="+- 0 sh mins"/>
              <a:gd name="p0x0" fmla="*/ 60 w 4895"/>
              <a:gd name="p0y0" fmla="*/ 0 h 630"/>
              <a:gd name="p0x1" fmla="*/ 4835 w 4895"/>
              <a:gd name="p0y1" fmla="*/ 0 h 630"/>
              <a:gd name="p0x2" fmla="*/ 4868 w 4895"/>
              <a:gd name="p0y2" fmla="*/ 0 h 630"/>
              <a:gd name="p0x3" fmla="*/ 4895 w 4895"/>
              <a:gd name="p0y3" fmla="*/ 26 h 630"/>
              <a:gd name="p0x4" fmla="*/ 4895 w 4895"/>
              <a:gd name="p0y4" fmla="*/ 60 h 630"/>
              <a:gd name="p0x5" fmla="*/ 4895 w 4895"/>
              <a:gd name="p0y5" fmla="*/ 570 h 630"/>
              <a:gd name="p0x6" fmla="*/ 4895 w 4895"/>
              <a:gd name="p0y6" fmla="*/ 603 h 630"/>
              <a:gd name="p0x7" fmla="*/ 4868 w 4895"/>
              <a:gd name="p0y7" fmla="*/ 630 h 630"/>
              <a:gd name="p0x8" fmla="*/ 4835 w 4895"/>
              <a:gd name="p0y8" fmla="*/ 630 h 630"/>
              <a:gd name="p0x9" fmla="*/ 60 w 4895"/>
              <a:gd name="p0y9" fmla="*/ 630 h 630"/>
              <a:gd name="p0x10" fmla="*/ 26 w 4895"/>
              <a:gd name="p0y10" fmla="*/ 630 h 630"/>
              <a:gd name="p0x11" fmla="*/ 0 w 4895"/>
              <a:gd name="p0y11" fmla="*/ 603 h 630"/>
              <a:gd name="p0x12" fmla="*/ 0 w 4895"/>
              <a:gd name="p0y12" fmla="*/ 570 h 630"/>
              <a:gd name="p0x13" fmla="*/ 0 w 4895"/>
              <a:gd name="p0y13" fmla="*/ 60 h 630"/>
              <a:gd name="p0x14" fmla="*/ 0 w 4895"/>
              <a:gd name="p0y14" fmla="*/ 26 h 630"/>
              <a:gd name="p0x15" fmla="*/ 26 w 4895"/>
              <a:gd name="p0y15" fmla="*/ 0 h 630"/>
              <a:gd name="p0x16" fmla="*/ 60 w 4895"/>
              <a:gd name="p0y16" fmla="*/ 0 h 6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45167"/>
              <a:lumOff val="54833"/>
            </a:schemeClr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>
            <p:custDataLst>
              <p:tags r:id="rId53"/>
            </p:custDataLst>
          </p:nvPr>
        </p:nvSpPr>
        <p:spPr>
          <a:xfrm>
            <a:off x="8426501" y="5014913"/>
            <a:ext cx="28702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滤镜配乐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任意多边形 58"/>
          <p:cNvSpPr/>
          <p:nvPr>
            <p:custDataLst>
              <p:tags r:id="rId54"/>
            </p:custDataLst>
          </p:nvPr>
        </p:nvSpPr>
        <p:spPr>
          <a:xfrm>
            <a:off x="8307070" y="5671820"/>
            <a:ext cx="3108325" cy="400050"/>
          </a:xfrm>
          <a:custGeom>
            <a:avLst/>
            <a:gdLst>
              <a:gd name="sw" fmla="*/ 1 w 4895"/>
              <a:gd name="sh" fmla="*/ 1 h 630"/>
              <a:gd name="mins" fmla="min sw sh"/>
              <a:gd name="dsw" fmla="+- 0 sw mins"/>
              <a:gd name="dsh" fmla="+- 0 sh mins"/>
              <a:gd name="p0x0" fmla="*/ 60 w 4895"/>
              <a:gd name="p0y0" fmla="*/ 0 h 630"/>
              <a:gd name="p0x1" fmla="*/ 4835 w 4895"/>
              <a:gd name="p0y1" fmla="*/ 0 h 630"/>
              <a:gd name="p0x2" fmla="*/ 4868 w 4895"/>
              <a:gd name="p0y2" fmla="*/ 0 h 630"/>
              <a:gd name="p0x3" fmla="*/ 4895 w 4895"/>
              <a:gd name="p0y3" fmla="*/ 26 h 630"/>
              <a:gd name="p0x4" fmla="*/ 4895 w 4895"/>
              <a:gd name="p0y4" fmla="*/ 60 h 630"/>
              <a:gd name="p0x5" fmla="*/ 4895 w 4895"/>
              <a:gd name="p0y5" fmla="*/ 570 h 630"/>
              <a:gd name="p0x6" fmla="*/ 4895 w 4895"/>
              <a:gd name="p0y6" fmla="*/ 603 h 630"/>
              <a:gd name="p0x7" fmla="*/ 4868 w 4895"/>
              <a:gd name="p0y7" fmla="*/ 630 h 630"/>
              <a:gd name="p0x8" fmla="*/ 4835 w 4895"/>
              <a:gd name="p0y8" fmla="*/ 630 h 630"/>
              <a:gd name="p0x9" fmla="*/ 60 w 4895"/>
              <a:gd name="p0y9" fmla="*/ 630 h 630"/>
              <a:gd name="p0x10" fmla="*/ 26 w 4895"/>
              <a:gd name="p0y10" fmla="*/ 630 h 630"/>
              <a:gd name="p0x11" fmla="*/ 0 w 4895"/>
              <a:gd name="p0y11" fmla="*/ 603 h 630"/>
              <a:gd name="p0x12" fmla="*/ 0 w 4895"/>
              <a:gd name="p0y12" fmla="*/ 570 h 630"/>
              <a:gd name="p0x13" fmla="*/ 0 w 4895"/>
              <a:gd name="p0y13" fmla="*/ 60 h 630"/>
              <a:gd name="p0x14" fmla="*/ 0 w 4895"/>
              <a:gd name="p0y14" fmla="*/ 26 h 630"/>
              <a:gd name="p0x15" fmla="*/ 26 w 4895"/>
              <a:gd name="p0y15" fmla="*/ 0 h 630"/>
              <a:gd name="p0x16" fmla="*/ 60 w 4895"/>
              <a:gd name="p0y16" fmla="*/ 0 h 6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45167"/>
              <a:lumOff val="54833"/>
            </a:schemeClr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>
            <p:custDataLst>
              <p:tags r:id="rId55"/>
            </p:custDataLst>
          </p:nvPr>
        </p:nvSpPr>
        <p:spPr>
          <a:xfrm>
            <a:off x="8426501" y="5738813"/>
            <a:ext cx="28702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超分辨率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七项核心技术各司其职</a:t>
            </a:r>
            <a:endParaRPr sz="3000" b="1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571500" y="1104900"/>
          <a:ext cx="11049000" cy="5372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674"/>
                <a:gridCol w="6111325"/>
              </a:tblGrid>
              <a:tr h="518144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技术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71371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用途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71371"/>
                      </a:schemeClr>
                    </a:solidFill>
                  </a:tcPr>
                </a:tc>
              </a:tr>
              <a:tr h="693390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FFmpeg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专业视频编解码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3390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LangGraph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大模型工作流编排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</a:tr>
              <a:tr h="693390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FastAPI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高性能异步微服务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3390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MinMax LLM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自然语言意图解析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</a:tr>
              <a:tr h="693390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YOLOv8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智能主体检测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3390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Whisper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语音识别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</a:tr>
              <a:tr h="693613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Edge-TTS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</a:t>
                      </a:r>
                      <a:r>
                        <a:rPr 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配音</a:t>
                      </a:r>
                      <a:endParaRPr lang="zh-CN"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六大功能模块全面覆盖</a:t>
            </a:r>
            <a:endParaRPr sz="3000" b="1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546475" cy="2581275"/>
          </a:xfrm>
          <a:custGeom>
            <a:avLst/>
            <a:gdLst>
              <a:gd name="sw" fmla="*/ 1 w 5584"/>
              <a:gd name="sh" fmla="*/ 1 h 4065"/>
              <a:gd name="mins" fmla="min sw sh"/>
              <a:gd name="dsw" fmla="+- 0 sw mins"/>
              <a:gd name="dsh" fmla="+- 0 sh mins"/>
              <a:gd name="p0x0" fmla="*/ 150 w 5584"/>
              <a:gd name="p0y0" fmla="*/ 0 h 4065"/>
              <a:gd name="p0x1" fmla="*/ 5434 w 5584"/>
              <a:gd name="p0y1" fmla="*/ 0 h 4065"/>
              <a:gd name="p0x2" fmla="*/ 5517 w 5584"/>
              <a:gd name="p0y2" fmla="*/ 0 h 4065"/>
              <a:gd name="p0x3" fmla="*/ 5584 w 5584"/>
              <a:gd name="p0y3" fmla="*/ 67 h 4065"/>
              <a:gd name="p0x4" fmla="*/ 5584 w 5584"/>
              <a:gd name="p0y4" fmla="*/ 150 h 4065"/>
              <a:gd name="p0x5" fmla="*/ 5584 w 5584"/>
              <a:gd name="p0y5" fmla="*/ 3915 h 4065"/>
              <a:gd name="p0x6" fmla="*/ 5584 w 5584"/>
              <a:gd name="p0y6" fmla="*/ 3997 h 4065"/>
              <a:gd name="p0x7" fmla="*/ 5517 w 5584"/>
              <a:gd name="p0y7" fmla="*/ 4065 h 4065"/>
              <a:gd name="p0x8" fmla="*/ 5434 w 5584"/>
              <a:gd name="p0y8" fmla="*/ 4065 h 4065"/>
              <a:gd name="p0x9" fmla="*/ 150 w 5584"/>
              <a:gd name="p0y9" fmla="*/ 4065 h 4065"/>
              <a:gd name="p0x10" fmla="*/ 67 w 5584"/>
              <a:gd name="p0y10" fmla="*/ 4065 h 4065"/>
              <a:gd name="p0x11" fmla="*/ 0 w 5584"/>
              <a:gd name="p0y11" fmla="*/ 3997 h 4065"/>
              <a:gd name="p0x12" fmla="*/ 0 w 5584"/>
              <a:gd name="p0y12" fmla="*/ 3915 h 4065"/>
              <a:gd name="p0x13" fmla="*/ 0 w 5584"/>
              <a:gd name="p0y13" fmla="*/ 150 h 4065"/>
              <a:gd name="p0x14" fmla="*/ 0 w 5584"/>
              <a:gd name="p0y14" fmla="*/ 67 h 4065"/>
              <a:gd name="p0x15" fmla="*/ 67 w 5584"/>
              <a:gd name="p0y15" fmla="*/ 0 h 4065"/>
              <a:gd name="p0x16" fmla="*/ 150 w 5584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3"/>
            </p:custDataLst>
          </p:nvPr>
        </p:nvSpPr>
        <p:spPr>
          <a:xfrm>
            <a:off x="809625" y="14192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60 w 780"/>
              <a:gd name="p0y0" fmla="*/ 0 h 780"/>
              <a:gd name="p0x1" fmla="*/ 720 w 780"/>
              <a:gd name="p0y1" fmla="*/ 0 h 780"/>
              <a:gd name="p0x2" fmla="*/ 753 w 780"/>
              <a:gd name="p0y2" fmla="*/ 0 h 780"/>
              <a:gd name="p0x3" fmla="*/ 780 w 780"/>
              <a:gd name="p0y3" fmla="*/ 26 h 780"/>
              <a:gd name="p0x4" fmla="*/ 780 w 780"/>
              <a:gd name="p0y4" fmla="*/ 60 h 780"/>
              <a:gd name="p0x5" fmla="*/ 780 w 780"/>
              <a:gd name="p0y5" fmla="*/ 720 h 780"/>
              <a:gd name="p0x6" fmla="*/ 780 w 780"/>
              <a:gd name="p0y6" fmla="*/ 753 h 780"/>
              <a:gd name="p0x7" fmla="*/ 753 w 780"/>
              <a:gd name="p0y7" fmla="*/ 780 h 780"/>
              <a:gd name="p0x8" fmla="*/ 720 w 780"/>
              <a:gd name="p0y8" fmla="*/ 780 h 780"/>
              <a:gd name="p0x9" fmla="*/ 60 w 780"/>
              <a:gd name="p0y9" fmla="*/ 780 h 780"/>
              <a:gd name="p0x10" fmla="*/ 26 w 780"/>
              <a:gd name="p0y10" fmla="*/ 780 h 780"/>
              <a:gd name="p0x11" fmla="*/ 0 w 780"/>
              <a:gd name="p0y11" fmla="*/ 753 h 780"/>
              <a:gd name="p0x12" fmla="*/ 0 w 780"/>
              <a:gd name="p0y12" fmla="*/ 720 h 780"/>
              <a:gd name="p0x13" fmla="*/ 0 w 780"/>
              <a:gd name="p0y13" fmla="*/ 60 h 780"/>
              <a:gd name="p0x14" fmla="*/ 0 w 780"/>
              <a:gd name="p0y14" fmla="*/ 26 h 780"/>
              <a:gd name="p0x15" fmla="*/ 26 w 780"/>
              <a:gd name="p0y15" fmla="*/ 0 h 780"/>
              <a:gd name="p0x16" fmla="*/ 6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53d182ef-a51f-11f1-bbf7-1a2776634641"/>
          <p:cNvPicPr/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33450" y="1543050"/>
            <a:ext cx="247650" cy="24765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1457325" y="1364932"/>
            <a:ext cx="243199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视频转换</a:t>
            </a:r>
            <a:endParaRPr sz="2100" b="1" spc="42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1457325" y="1752600"/>
            <a:ext cx="243199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转换</a:t>
            </a:r>
            <a:endParaRPr sz="1200" b="1" spc="72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>
            <p:custDataLst>
              <p:tags r:id="rId9"/>
            </p:custDataLst>
          </p:nvPr>
        </p:nvSpPr>
        <p:spPr>
          <a:xfrm>
            <a:off x="809625" y="2105025"/>
            <a:ext cx="3079115" cy="9525"/>
          </a:xfrm>
          <a:prstGeom prst="rect">
            <a:avLst/>
          </a:prstGeom>
          <a:solidFill>
            <a:srgbClr val="E4BE9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809625" y="2505075"/>
            <a:ext cx="3079699" cy="709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横竖屏转换</a:t>
            </a:r>
            <a:r>
              <a:rPr lang="zh-CN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种策略、</a:t>
            </a:r>
            <a:r>
              <a:rPr lang="en-US" altLang="zh-CN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YOLO</a:t>
            </a:r>
            <a:r>
              <a:rPr lang="zh-CN" altLang="en-US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智能裁剪、方向自动检测</a:t>
            </a:r>
            <a:endParaRPr lang="zh-CN" altLang="en-US" sz="15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11"/>
            </p:custDataLst>
          </p:nvPr>
        </p:nvSpPr>
        <p:spPr>
          <a:xfrm>
            <a:off x="600072" y="1114441"/>
            <a:ext cx="3498221" cy="3808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09" h="60">
                <a:moveTo>
                  <a:pt x="120" y="0"/>
                </a:moveTo>
                <a:lnTo>
                  <a:pt x="5389" y="0"/>
                </a:lnTo>
                <a:cubicBezTo>
                  <a:pt x="5438" y="0"/>
                  <a:pt x="5482" y="24"/>
                  <a:pt x="5509" y="60"/>
                </a:cubicBezTo>
                <a:lnTo>
                  <a:pt x="0" y="60"/>
                </a:lnTo>
                <a:cubicBezTo>
                  <a:pt x="27" y="24"/>
                  <a:pt x="71" y="0"/>
                  <a:pt x="1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2"/>
            </p:custDataLst>
          </p:nvPr>
        </p:nvSpPr>
        <p:spPr>
          <a:xfrm>
            <a:off x="4322445" y="1109345"/>
            <a:ext cx="3546475" cy="2581275"/>
          </a:xfrm>
          <a:custGeom>
            <a:avLst/>
            <a:gdLst>
              <a:gd name="sw" fmla="*/ 1 w 5585"/>
              <a:gd name="sh" fmla="*/ 1 h 4065"/>
              <a:gd name="mins" fmla="min sw sh"/>
              <a:gd name="dsw" fmla="+- 0 sw mins"/>
              <a:gd name="dsh" fmla="+- 0 sh mins"/>
              <a:gd name="p0x0" fmla="*/ 150 w 5585"/>
              <a:gd name="p0y0" fmla="*/ 0 h 4065"/>
              <a:gd name="p0x1" fmla="*/ 5435 w 5585"/>
              <a:gd name="p0y1" fmla="*/ 0 h 4065"/>
              <a:gd name="p0x2" fmla="*/ 5517 w 5585"/>
              <a:gd name="p0y2" fmla="*/ 0 h 4065"/>
              <a:gd name="p0x3" fmla="*/ 5585 w 5585"/>
              <a:gd name="p0y3" fmla="*/ 67 h 4065"/>
              <a:gd name="p0x4" fmla="*/ 5585 w 5585"/>
              <a:gd name="p0y4" fmla="*/ 150 h 4065"/>
              <a:gd name="p0x5" fmla="*/ 5585 w 5585"/>
              <a:gd name="p0y5" fmla="*/ 3915 h 4065"/>
              <a:gd name="p0x6" fmla="*/ 5585 w 5585"/>
              <a:gd name="p0y6" fmla="*/ 3997 h 4065"/>
              <a:gd name="p0x7" fmla="*/ 5517 w 5585"/>
              <a:gd name="p0y7" fmla="*/ 4065 h 4065"/>
              <a:gd name="p0x8" fmla="*/ 5435 w 5585"/>
              <a:gd name="p0y8" fmla="*/ 4065 h 4065"/>
              <a:gd name="p0x9" fmla="*/ 150 w 5585"/>
              <a:gd name="p0y9" fmla="*/ 4065 h 4065"/>
              <a:gd name="p0x10" fmla="*/ 67 w 5585"/>
              <a:gd name="p0y10" fmla="*/ 4065 h 4065"/>
              <a:gd name="p0x11" fmla="*/ 0 w 5585"/>
              <a:gd name="p0y11" fmla="*/ 3997 h 4065"/>
              <a:gd name="p0x12" fmla="*/ 0 w 5585"/>
              <a:gd name="p0y12" fmla="*/ 3915 h 4065"/>
              <a:gd name="p0x13" fmla="*/ 0 w 5585"/>
              <a:gd name="p0y13" fmla="*/ 150 h 4065"/>
              <a:gd name="p0x14" fmla="*/ 0 w 5585"/>
              <a:gd name="p0y14" fmla="*/ 67 h 4065"/>
              <a:gd name="p0x15" fmla="*/ 67 w 5585"/>
              <a:gd name="p0y15" fmla="*/ 0 h 4065"/>
              <a:gd name="p0x16" fmla="*/ 150 w 558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3"/>
            </p:custDataLst>
          </p:nvPr>
        </p:nvSpPr>
        <p:spPr>
          <a:xfrm>
            <a:off x="4555490" y="14192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60 w 780"/>
              <a:gd name="p0y0" fmla="*/ 0 h 780"/>
              <a:gd name="p0x1" fmla="*/ 720 w 780"/>
              <a:gd name="p0y1" fmla="*/ 0 h 780"/>
              <a:gd name="p0x2" fmla="*/ 753 w 780"/>
              <a:gd name="p0y2" fmla="*/ 0 h 780"/>
              <a:gd name="p0x3" fmla="*/ 780 w 780"/>
              <a:gd name="p0y3" fmla="*/ 26 h 780"/>
              <a:gd name="p0x4" fmla="*/ 780 w 780"/>
              <a:gd name="p0y4" fmla="*/ 60 h 780"/>
              <a:gd name="p0x5" fmla="*/ 780 w 780"/>
              <a:gd name="p0y5" fmla="*/ 720 h 780"/>
              <a:gd name="p0x6" fmla="*/ 780 w 780"/>
              <a:gd name="p0y6" fmla="*/ 753 h 780"/>
              <a:gd name="p0x7" fmla="*/ 753 w 780"/>
              <a:gd name="p0y7" fmla="*/ 780 h 780"/>
              <a:gd name="p0x8" fmla="*/ 720 w 780"/>
              <a:gd name="p0y8" fmla="*/ 780 h 780"/>
              <a:gd name="p0x9" fmla="*/ 60 w 780"/>
              <a:gd name="p0y9" fmla="*/ 780 h 780"/>
              <a:gd name="p0x10" fmla="*/ 26 w 780"/>
              <a:gd name="p0y10" fmla="*/ 780 h 780"/>
              <a:gd name="p0x11" fmla="*/ 0 w 780"/>
              <a:gd name="p0y11" fmla="*/ 753 h 780"/>
              <a:gd name="p0x12" fmla="*/ 0 w 780"/>
              <a:gd name="p0y12" fmla="*/ 720 h 780"/>
              <a:gd name="p0x13" fmla="*/ 0 w 780"/>
              <a:gd name="p0y13" fmla="*/ 60 h 780"/>
              <a:gd name="p0x14" fmla="*/ 0 w 780"/>
              <a:gd name="p0y14" fmla="*/ 26 h 780"/>
              <a:gd name="p0x15" fmla="*/ 26 w 780"/>
              <a:gd name="p0y15" fmla="*/ 0 h 780"/>
              <a:gd name="p0x16" fmla="*/ 6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 descr="53d181d2-a51f-11f1-bbf7-1a2776634641"/>
          <p:cNvPicPr/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36" r="236"/>
          <a:stretch>
            <a:fillRect/>
          </a:stretch>
        </p:blipFill>
        <p:spPr>
          <a:xfrm>
            <a:off x="4679315" y="1543050"/>
            <a:ext cx="247650" cy="24765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17"/>
            </p:custDataLst>
          </p:nvPr>
        </p:nvSpPr>
        <p:spPr>
          <a:xfrm>
            <a:off x="5203774" y="1364932"/>
            <a:ext cx="24320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智能缩编</a:t>
            </a:r>
            <a:endParaRPr sz="2100" b="1" spc="42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8"/>
            </p:custDataLst>
          </p:nvPr>
        </p:nvSpPr>
        <p:spPr>
          <a:xfrm>
            <a:off x="5203774" y="1752600"/>
            <a:ext cx="243207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缩编</a:t>
            </a:r>
            <a:endParaRPr sz="1200" b="1" spc="72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>
            <p:custDataLst>
              <p:tags r:id="rId19"/>
            </p:custDataLst>
          </p:nvPr>
        </p:nvSpPr>
        <p:spPr>
          <a:xfrm>
            <a:off x="4555490" y="2105025"/>
            <a:ext cx="3079750" cy="9525"/>
          </a:xfrm>
          <a:prstGeom prst="rect">
            <a:avLst/>
          </a:prstGeom>
          <a:solidFill>
            <a:srgbClr val="E4BE9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0"/>
            </p:custDataLst>
          </p:nvPr>
        </p:nvSpPr>
        <p:spPr>
          <a:xfrm>
            <a:off x="4556074" y="2676525"/>
            <a:ext cx="3048000" cy="3667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内容缩编</a:t>
            </a:r>
            <a:r>
              <a:rPr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</a:rPr>
              <a:t>（高光时刻）、智能压缩</a:t>
            </a:r>
            <a:endParaRPr sz="15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1"/>
            </p:custDataLst>
          </p:nvPr>
        </p:nvSpPr>
        <p:spPr>
          <a:xfrm>
            <a:off x="4345933" y="1114426"/>
            <a:ext cx="3498864" cy="3809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10" h="60">
                <a:moveTo>
                  <a:pt x="120" y="0"/>
                </a:moveTo>
                <a:lnTo>
                  <a:pt x="5390" y="0"/>
                </a:lnTo>
                <a:cubicBezTo>
                  <a:pt x="5439" y="0"/>
                  <a:pt x="5483" y="24"/>
                  <a:pt x="5510" y="60"/>
                </a:cubicBezTo>
                <a:lnTo>
                  <a:pt x="0" y="60"/>
                </a:lnTo>
                <a:cubicBezTo>
                  <a:pt x="27" y="24"/>
                  <a:pt x="71" y="0"/>
                  <a:pt x="1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>
            <p:custDataLst>
              <p:tags r:id="rId22"/>
            </p:custDataLst>
          </p:nvPr>
        </p:nvSpPr>
        <p:spPr>
          <a:xfrm>
            <a:off x="8068945" y="1109345"/>
            <a:ext cx="3546475" cy="2581275"/>
          </a:xfrm>
          <a:custGeom>
            <a:avLst/>
            <a:gdLst>
              <a:gd name="sw" fmla="*/ 1 w 5585"/>
              <a:gd name="sh" fmla="*/ 1 h 4065"/>
              <a:gd name="mins" fmla="min sw sh"/>
              <a:gd name="dsw" fmla="+- 0 sw mins"/>
              <a:gd name="dsh" fmla="+- 0 sh mins"/>
              <a:gd name="p0x0" fmla="*/ 150 w 5585"/>
              <a:gd name="p0y0" fmla="*/ 0 h 4065"/>
              <a:gd name="p0x1" fmla="*/ 5435 w 5585"/>
              <a:gd name="p0y1" fmla="*/ 0 h 4065"/>
              <a:gd name="p0x2" fmla="*/ 5517 w 5585"/>
              <a:gd name="p0y2" fmla="*/ 0 h 4065"/>
              <a:gd name="p0x3" fmla="*/ 5585 w 5585"/>
              <a:gd name="p0y3" fmla="*/ 67 h 4065"/>
              <a:gd name="p0x4" fmla="*/ 5585 w 5585"/>
              <a:gd name="p0y4" fmla="*/ 150 h 4065"/>
              <a:gd name="p0x5" fmla="*/ 5585 w 5585"/>
              <a:gd name="p0y5" fmla="*/ 3915 h 4065"/>
              <a:gd name="p0x6" fmla="*/ 5585 w 5585"/>
              <a:gd name="p0y6" fmla="*/ 3997 h 4065"/>
              <a:gd name="p0x7" fmla="*/ 5517 w 5585"/>
              <a:gd name="p0y7" fmla="*/ 4065 h 4065"/>
              <a:gd name="p0x8" fmla="*/ 5435 w 5585"/>
              <a:gd name="p0y8" fmla="*/ 4065 h 4065"/>
              <a:gd name="p0x9" fmla="*/ 150 w 5585"/>
              <a:gd name="p0y9" fmla="*/ 4065 h 4065"/>
              <a:gd name="p0x10" fmla="*/ 67 w 5585"/>
              <a:gd name="p0y10" fmla="*/ 4065 h 4065"/>
              <a:gd name="p0x11" fmla="*/ 0 w 5585"/>
              <a:gd name="p0y11" fmla="*/ 3997 h 4065"/>
              <a:gd name="p0x12" fmla="*/ 0 w 5585"/>
              <a:gd name="p0y12" fmla="*/ 3915 h 4065"/>
              <a:gd name="p0x13" fmla="*/ 0 w 5585"/>
              <a:gd name="p0y13" fmla="*/ 150 h 4065"/>
              <a:gd name="p0x14" fmla="*/ 0 w 5585"/>
              <a:gd name="p0y14" fmla="*/ 67 h 4065"/>
              <a:gd name="p0x15" fmla="*/ 67 w 5585"/>
              <a:gd name="p0y15" fmla="*/ 0 h 4065"/>
              <a:gd name="p0x16" fmla="*/ 150 w 558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>
            <p:custDataLst>
              <p:tags r:id="rId23"/>
            </p:custDataLst>
          </p:nvPr>
        </p:nvSpPr>
        <p:spPr>
          <a:xfrm>
            <a:off x="8301990" y="14192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60 w 780"/>
              <a:gd name="p0y0" fmla="*/ 0 h 780"/>
              <a:gd name="p0x1" fmla="*/ 720 w 780"/>
              <a:gd name="p0y1" fmla="*/ 0 h 780"/>
              <a:gd name="p0x2" fmla="*/ 753 w 780"/>
              <a:gd name="p0y2" fmla="*/ 0 h 780"/>
              <a:gd name="p0x3" fmla="*/ 780 w 780"/>
              <a:gd name="p0y3" fmla="*/ 26 h 780"/>
              <a:gd name="p0x4" fmla="*/ 780 w 780"/>
              <a:gd name="p0y4" fmla="*/ 60 h 780"/>
              <a:gd name="p0x5" fmla="*/ 780 w 780"/>
              <a:gd name="p0y5" fmla="*/ 720 h 780"/>
              <a:gd name="p0x6" fmla="*/ 780 w 780"/>
              <a:gd name="p0y6" fmla="*/ 753 h 780"/>
              <a:gd name="p0x7" fmla="*/ 753 w 780"/>
              <a:gd name="p0y7" fmla="*/ 780 h 780"/>
              <a:gd name="p0x8" fmla="*/ 720 w 780"/>
              <a:gd name="p0y8" fmla="*/ 780 h 780"/>
              <a:gd name="p0x9" fmla="*/ 60 w 780"/>
              <a:gd name="p0y9" fmla="*/ 780 h 780"/>
              <a:gd name="p0x10" fmla="*/ 26 w 780"/>
              <a:gd name="p0y10" fmla="*/ 780 h 780"/>
              <a:gd name="p0x11" fmla="*/ 0 w 780"/>
              <a:gd name="p0y11" fmla="*/ 753 h 780"/>
              <a:gd name="p0x12" fmla="*/ 0 w 780"/>
              <a:gd name="p0y12" fmla="*/ 720 h 780"/>
              <a:gd name="p0x13" fmla="*/ 0 w 780"/>
              <a:gd name="p0y13" fmla="*/ 60 h 780"/>
              <a:gd name="p0x14" fmla="*/ 0 w 780"/>
              <a:gd name="p0y14" fmla="*/ 26 h 780"/>
              <a:gd name="p0x15" fmla="*/ 26 w 780"/>
              <a:gd name="p0y15" fmla="*/ 0 h 780"/>
              <a:gd name="p0x16" fmla="*/ 6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 descr="53d1836d-a51f-11f1-bbf7-1a2776634641"/>
          <p:cNvPicPr/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-246" r="246"/>
          <a:stretch>
            <a:fillRect/>
          </a:stretch>
        </p:blipFill>
        <p:spPr>
          <a:xfrm>
            <a:off x="8425815" y="1543050"/>
            <a:ext cx="247650" cy="24765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27"/>
            </p:custDataLst>
          </p:nvPr>
        </p:nvSpPr>
        <p:spPr>
          <a:xfrm>
            <a:off x="8950299" y="1364932"/>
            <a:ext cx="243207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智能剪辑</a:t>
            </a:r>
            <a:endParaRPr sz="2100" b="1" spc="42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8"/>
            </p:custDataLst>
          </p:nvPr>
        </p:nvSpPr>
        <p:spPr>
          <a:xfrm>
            <a:off x="8950299" y="1752600"/>
            <a:ext cx="243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剪辑</a:t>
            </a:r>
            <a:endParaRPr sz="1200" b="1" spc="72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>
            <p:custDataLst>
              <p:tags r:id="rId29"/>
            </p:custDataLst>
          </p:nvPr>
        </p:nvSpPr>
        <p:spPr>
          <a:xfrm>
            <a:off x="8301990" y="2105025"/>
            <a:ext cx="3080385" cy="9525"/>
          </a:xfrm>
          <a:prstGeom prst="rect">
            <a:avLst/>
          </a:prstGeom>
          <a:solidFill>
            <a:srgbClr val="E4BE9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0"/>
            </p:custDataLst>
          </p:nvPr>
        </p:nvSpPr>
        <p:spPr>
          <a:xfrm>
            <a:off x="8302599" y="2505075"/>
            <a:ext cx="3079776" cy="709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固定裁剪</a:t>
            </a:r>
            <a:r>
              <a:rPr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</a:rPr>
              <a:t>、自动字幕、智能配乐、滤镜转场</a:t>
            </a:r>
            <a:endParaRPr sz="15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31"/>
            </p:custDataLst>
          </p:nvPr>
        </p:nvSpPr>
        <p:spPr>
          <a:xfrm>
            <a:off x="8092449" y="1114425"/>
            <a:ext cx="3499466" cy="381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11" h="60">
                <a:moveTo>
                  <a:pt x="120" y="0"/>
                </a:moveTo>
                <a:lnTo>
                  <a:pt x="5391" y="0"/>
                </a:lnTo>
                <a:cubicBezTo>
                  <a:pt x="5440" y="0"/>
                  <a:pt x="5484" y="24"/>
                  <a:pt x="5511" y="60"/>
                </a:cubicBezTo>
                <a:lnTo>
                  <a:pt x="0" y="60"/>
                </a:lnTo>
                <a:cubicBezTo>
                  <a:pt x="27" y="24"/>
                  <a:pt x="71" y="0"/>
                  <a:pt x="1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32"/>
            </p:custDataLst>
          </p:nvPr>
        </p:nvSpPr>
        <p:spPr>
          <a:xfrm>
            <a:off x="575945" y="3890645"/>
            <a:ext cx="3546475" cy="2581275"/>
          </a:xfrm>
          <a:custGeom>
            <a:avLst/>
            <a:gdLst>
              <a:gd name="sw" fmla="*/ 1 w 5584"/>
              <a:gd name="sh" fmla="*/ 1 h 4065"/>
              <a:gd name="mins" fmla="min sw sh"/>
              <a:gd name="dsw" fmla="+- 0 sw mins"/>
              <a:gd name="dsh" fmla="+- 0 sh mins"/>
              <a:gd name="p0x0" fmla="*/ 150 w 5584"/>
              <a:gd name="p0y0" fmla="*/ 0 h 4065"/>
              <a:gd name="p0x1" fmla="*/ 5434 w 5584"/>
              <a:gd name="p0y1" fmla="*/ 0 h 4065"/>
              <a:gd name="p0x2" fmla="*/ 5517 w 5584"/>
              <a:gd name="p0y2" fmla="*/ 0 h 4065"/>
              <a:gd name="p0x3" fmla="*/ 5584 w 5584"/>
              <a:gd name="p0y3" fmla="*/ 67 h 4065"/>
              <a:gd name="p0x4" fmla="*/ 5584 w 5584"/>
              <a:gd name="p0y4" fmla="*/ 150 h 4065"/>
              <a:gd name="p0x5" fmla="*/ 5584 w 5584"/>
              <a:gd name="p0y5" fmla="*/ 3915 h 4065"/>
              <a:gd name="p0x6" fmla="*/ 5584 w 5584"/>
              <a:gd name="p0y6" fmla="*/ 3997 h 4065"/>
              <a:gd name="p0x7" fmla="*/ 5517 w 5584"/>
              <a:gd name="p0y7" fmla="*/ 4065 h 4065"/>
              <a:gd name="p0x8" fmla="*/ 5434 w 5584"/>
              <a:gd name="p0y8" fmla="*/ 4065 h 4065"/>
              <a:gd name="p0x9" fmla="*/ 150 w 5584"/>
              <a:gd name="p0y9" fmla="*/ 4065 h 4065"/>
              <a:gd name="p0x10" fmla="*/ 67 w 5584"/>
              <a:gd name="p0y10" fmla="*/ 4065 h 4065"/>
              <a:gd name="p0x11" fmla="*/ 0 w 5584"/>
              <a:gd name="p0y11" fmla="*/ 3997 h 4065"/>
              <a:gd name="p0x12" fmla="*/ 0 w 5584"/>
              <a:gd name="p0y12" fmla="*/ 3915 h 4065"/>
              <a:gd name="p0x13" fmla="*/ 0 w 5584"/>
              <a:gd name="p0y13" fmla="*/ 150 h 4065"/>
              <a:gd name="p0x14" fmla="*/ 0 w 5584"/>
              <a:gd name="p0y14" fmla="*/ 67 h 4065"/>
              <a:gd name="p0x15" fmla="*/ 67 w 5584"/>
              <a:gd name="p0y15" fmla="*/ 0 h 4065"/>
              <a:gd name="p0x16" fmla="*/ 150 w 5584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>
            <p:custDataLst>
              <p:tags r:id="rId33"/>
            </p:custDataLst>
          </p:nvPr>
        </p:nvSpPr>
        <p:spPr>
          <a:xfrm>
            <a:off x="809625" y="42005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60 w 780"/>
              <a:gd name="p0y0" fmla="*/ 0 h 780"/>
              <a:gd name="p0x1" fmla="*/ 720 w 780"/>
              <a:gd name="p0y1" fmla="*/ 0 h 780"/>
              <a:gd name="p0x2" fmla="*/ 753 w 780"/>
              <a:gd name="p0y2" fmla="*/ 0 h 780"/>
              <a:gd name="p0x3" fmla="*/ 780 w 780"/>
              <a:gd name="p0y3" fmla="*/ 26 h 780"/>
              <a:gd name="p0x4" fmla="*/ 780 w 780"/>
              <a:gd name="p0y4" fmla="*/ 60 h 780"/>
              <a:gd name="p0x5" fmla="*/ 780 w 780"/>
              <a:gd name="p0y5" fmla="*/ 720 h 780"/>
              <a:gd name="p0x6" fmla="*/ 780 w 780"/>
              <a:gd name="p0y6" fmla="*/ 753 h 780"/>
              <a:gd name="p0x7" fmla="*/ 753 w 780"/>
              <a:gd name="p0y7" fmla="*/ 780 h 780"/>
              <a:gd name="p0x8" fmla="*/ 720 w 780"/>
              <a:gd name="p0y8" fmla="*/ 780 h 780"/>
              <a:gd name="p0x9" fmla="*/ 60 w 780"/>
              <a:gd name="p0y9" fmla="*/ 780 h 780"/>
              <a:gd name="p0x10" fmla="*/ 26 w 780"/>
              <a:gd name="p0y10" fmla="*/ 780 h 780"/>
              <a:gd name="p0x11" fmla="*/ 0 w 780"/>
              <a:gd name="p0y11" fmla="*/ 753 h 780"/>
              <a:gd name="p0x12" fmla="*/ 0 w 780"/>
              <a:gd name="p0y12" fmla="*/ 720 h 780"/>
              <a:gd name="p0x13" fmla="*/ 0 w 780"/>
              <a:gd name="p0y13" fmla="*/ 60 h 780"/>
              <a:gd name="p0x14" fmla="*/ 0 w 780"/>
              <a:gd name="p0y14" fmla="*/ 26 h 780"/>
              <a:gd name="p0x15" fmla="*/ 26 w 780"/>
              <a:gd name="p0y15" fmla="*/ 0 h 780"/>
              <a:gd name="p0x16" fmla="*/ 6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 descr="53d18b00-a51f-11f1-bbf7-1a2776634641"/>
          <p:cNvPicPr/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>
          <a:xfrm>
            <a:off x="933450" y="4324350"/>
            <a:ext cx="247650" cy="247650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37"/>
            </p:custDataLst>
          </p:nvPr>
        </p:nvSpPr>
        <p:spPr>
          <a:xfrm>
            <a:off x="1457325" y="4146233"/>
            <a:ext cx="243199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修复增强</a:t>
            </a:r>
            <a:endParaRPr sz="2100" b="1" spc="42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38"/>
            </p:custDataLst>
          </p:nvPr>
        </p:nvSpPr>
        <p:spPr>
          <a:xfrm>
            <a:off x="1457325" y="4533900"/>
            <a:ext cx="243199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修复</a:t>
            </a:r>
            <a:endParaRPr sz="1200" b="1" spc="72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矩形 44"/>
          <p:cNvSpPr/>
          <p:nvPr>
            <p:custDataLst>
              <p:tags r:id="rId39"/>
            </p:custDataLst>
          </p:nvPr>
        </p:nvSpPr>
        <p:spPr>
          <a:xfrm>
            <a:off x="809625" y="4886325"/>
            <a:ext cx="3079115" cy="9525"/>
          </a:xfrm>
          <a:prstGeom prst="rect">
            <a:avLst/>
          </a:prstGeom>
          <a:solidFill>
            <a:srgbClr val="E4BE9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40"/>
            </p:custDataLst>
          </p:nvPr>
        </p:nvSpPr>
        <p:spPr>
          <a:xfrm>
            <a:off x="809625" y="5286375"/>
            <a:ext cx="3079699" cy="709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老视频修复</a:t>
            </a:r>
            <a:r>
              <a:rPr lang="zh-CN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、去噪</a:t>
            </a:r>
            <a:r>
              <a:rPr lang="en-US" altLang="zh-CN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补帧、超分辨率、色彩校正</a:t>
            </a:r>
            <a:endParaRPr lang="zh-CN" altLang="en-US" sz="15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41"/>
            </p:custDataLst>
          </p:nvPr>
        </p:nvSpPr>
        <p:spPr>
          <a:xfrm>
            <a:off x="600072" y="3895741"/>
            <a:ext cx="3498221" cy="3808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09" h="60">
                <a:moveTo>
                  <a:pt x="120" y="0"/>
                </a:moveTo>
                <a:lnTo>
                  <a:pt x="5389" y="0"/>
                </a:lnTo>
                <a:cubicBezTo>
                  <a:pt x="5438" y="0"/>
                  <a:pt x="5482" y="24"/>
                  <a:pt x="5509" y="60"/>
                </a:cubicBezTo>
                <a:lnTo>
                  <a:pt x="0" y="60"/>
                </a:lnTo>
                <a:cubicBezTo>
                  <a:pt x="27" y="24"/>
                  <a:pt x="71" y="0"/>
                  <a:pt x="1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8" name="任意多边形 47"/>
          <p:cNvSpPr/>
          <p:nvPr>
            <p:custDataLst>
              <p:tags r:id="rId42"/>
            </p:custDataLst>
          </p:nvPr>
        </p:nvSpPr>
        <p:spPr>
          <a:xfrm>
            <a:off x="4322445" y="3890645"/>
            <a:ext cx="3546475" cy="2581275"/>
          </a:xfrm>
          <a:custGeom>
            <a:avLst/>
            <a:gdLst>
              <a:gd name="sw" fmla="*/ 1 w 5585"/>
              <a:gd name="sh" fmla="*/ 1 h 4065"/>
              <a:gd name="mins" fmla="min sw sh"/>
              <a:gd name="dsw" fmla="+- 0 sw mins"/>
              <a:gd name="dsh" fmla="+- 0 sh mins"/>
              <a:gd name="p0x0" fmla="*/ 150 w 5585"/>
              <a:gd name="p0y0" fmla="*/ 0 h 4065"/>
              <a:gd name="p0x1" fmla="*/ 5435 w 5585"/>
              <a:gd name="p0y1" fmla="*/ 0 h 4065"/>
              <a:gd name="p0x2" fmla="*/ 5517 w 5585"/>
              <a:gd name="p0y2" fmla="*/ 0 h 4065"/>
              <a:gd name="p0x3" fmla="*/ 5585 w 5585"/>
              <a:gd name="p0y3" fmla="*/ 67 h 4065"/>
              <a:gd name="p0x4" fmla="*/ 5585 w 5585"/>
              <a:gd name="p0y4" fmla="*/ 150 h 4065"/>
              <a:gd name="p0x5" fmla="*/ 5585 w 5585"/>
              <a:gd name="p0y5" fmla="*/ 3915 h 4065"/>
              <a:gd name="p0x6" fmla="*/ 5585 w 5585"/>
              <a:gd name="p0y6" fmla="*/ 3997 h 4065"/>
              <a:gd name="p0x7" fmla="*/ 5517 w 5585"/>
              <a:gd name="p0y7" fmla="*/ 4065 h 4065"/>
              <a:gd name="p0x8" fmla="*/ 5435 w 5585"/>
              <a:gd name="p0y8" fmla="*/ 4065 h 4065"/>
              <a:gd name="p0x9" fmla="*/ 150 w 5585"/>
              <a:gd name="p0y9" fmla="*/ 4065 h 4065"/>
              <a:gd name="p0x10" fmla="*/ 67 w 5585"/>
              <a:gd name="p0y10" fmla="*/ 4065 h 4065"/>
              <a:gd name="p0x11" fmla="*/ 0 w 5585"/>
              <a:gd name="p0y11" fmla="*/ 3997 h 4065"/>
              <a:gd name="p0x12" fmla="*/ 0 w 5585"/>
              <a:gd name="p0y12" fmla="*/ 3915 h 4065"/>
              <a:gd name="p0x13" fmla="*/ 0 w 5585"/>
              <a:gd name="p0y13" fmla="*/ 150 h 4065"/>
              <a:gd name="p0x14" fmla="*/ 0 w 5585"/>
              <a:gd name="p0y14" fmla="*/ 67 h 4065"/>
              <a:gd name="p0x15" fmla="*/ 67 w 5585"/>
              <a:gd name="p0y15" fmla="*/ 0 h 4065"/>
              <a:gd name="p0x16" fmla="*/ 150 w 558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任意多边形 49"/>
          <p:cNvSpPr/>
          <p:nvPr>
            <p:custDataLst>
              <p:tags r:id="rId43"/>
            </p:custDataLst>
          </p:nvPr>
        </p:nvSpPr>
        <p:spPr>
          <a:xfrm>
            <a:off x="4555490" y="42005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60 w 780"/>
              <a:gd name="p0y0" fmla="*/ 0 h 780"/>
              <a:gd name="p0x1" fmla="*/ 720 w 780"/>
              <a:gd name="p0y1" fmla="*/ 0 h 780"/>
              <a:gd name="p0x2" fmla="*/ 753 w 780"/>
              <a:gd name="p0y2" fmla="*/ 0 h 780"/>
              <a:gd name="p0x3" fmla="*/ 780 w 780"/>
              <a:gd name="p0y3" fmla="*/ 26 h 780"/>
              <a:gd name="p0x4" fmla="*/ 780 w 780"/>
              <a:gd name="p0y4" fmla="*/ 60 h 780"/>
              <a:gd name="p0x5" fmla="*/ 780 w 780"/>
              <a:gd name="p0y5" fmla="*/ 720 h 780"/>
              <a:gd name="p0x6" fmla="*/ 780 w 780"/>
              <a:gd name="p0y6" fmla="*/ 753 h 780"/>
              <a:gd name="p0x7" fmla="*/ 753 w 780"/>
              <a:gd name="p0y7" fmla="*/ 780 h 780"/>
              <a:gd name="p0x8" fmla="*/ 720 w 780"/>
              <a:gd name="p0y8" fmla="*/ 780 h 780"/>
              <a:gd name="p0x9" fmla="*/ 60 w 780"/>
              <a:gd name="p0y9" fmla="*/ 780 h 780"/>
              <a:gd name="p0x10" fmla="*/ 26 w 780"/>
              <a:gd name="p0y10" fmla="*/ 780 h 780"/>
              <a:gd name="p0x11" fmla="*/ 0 w 780"/>
              <a:gd name="p0y11" fmla="*/ 753 h 780"/>
              <a:gd name="p0x12" fmla="*/ 0 w 780"/>
              <a:gd name="p0y12" fmla="*/ 720 h 780"/>
              <a:gd name="p0x13" fmla="*/ 0 w 780"/>
              <a:gd name="p0y13" fmla="*/ 60 h 780"/>
              <a:gd name="p0x14" fmla="*/ 0 w 780"/>
              <a:gd name="p0y14" fmla="*/ 26 h 780"/>
              <a:gd name="p0x15" fmla="*/ 26 w 780"/>
              <a:gd name="p0y15" fmla="*/ 0 h 780"/>
              <a:gd name="p0x16" fmla="*/ 6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1" name="图片 50" descr="53d18af9-a51f-11f1-bbf7-1a2776634641"/>
          <p:cNvPicPr/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l="-236" r="236"/>
          <a:stretch>
            <a:fillRect/>
          </a:stretch>
        </p:blipFill>
        <p:spPr>
          <a:xfrm>
            <a:off x="4679315" y="4324350"/>
            <a:ext cx="247650" cy="247650"/>
          </a:xfrm>
          <a:prstGeom prst="rect">
            <a:avLst/>
          </a:prstGeom>
        </p:spPr>
      </p:pic>
      <p:sp>
        <p:nvSpPr>
          <p:cNvPr id="54" name="文本框 53"/>
          <p:cNvSpPr txBox="1"/>
          <p:nvPr>
            <p:custDataLst>
              <p:tags r:id="rId47"/>
            </p:custDataLst>
          </p:nvPr>
        </p:nvSpPr>
        <p:spPr>
          <a:xfrm>
            <a:off x="5203774" y="4146233"/>
            <a:ext cx="24320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内容分析</a:t>
            </a:r>
            <a:endParaRPr sz="2100" b="1" spc="42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48"/>
            </p:custDataLst>
          </p:nvPr>
        </p:nvSpPr>
        <p:spPr>
          <a:xfrm>
            <a:off x="5203774" y="4533900"/>
            <a:ext cx="243207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分析</a:t>
            </a:r>
            <a:endParaRPr sz="1200" b="1" spc="72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矩形 55"/>
          <p:cNvSpPr/>
          <p:nvPr>
            <p:custDataLst>
              <p:tags r:id="rId49"/>
            </p:custDataLst>
          </p:nvPr>
        </p:nvSpPr>
        <p:spPr>
          <a:xfrm>
            <a:off x="4555490" y="4886325"/>
            <a:ext cx="3079750" cy="9525"/>
          </a:xfrm>
          <a:prstGeom prst="rect">
            <a:avLst/>
          </a:prstGeom>
          <a:solidFill>
            <a:srgbClr val="E4BE9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>
            <p:custDataLst>
              <p:tags r:id="rId50"/>
            </p:custDataLst>
          </p:nvPr>
        </p:nvSpPr>
        <p:spPr>
          <a:xfrm>
            <a:off x="4556074" y="5286375"/>
            <a:ext cx="3079775" cy="709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50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视频摘要</a:t>
            </a:r>
            <a:r>
              <a:rPr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</a:rPr>
              <a:t>、内容分析、封面生成、平台检查</a:t>
            </a:r>
            <a:endParaRPr sz="15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51"/>
            </p:custDataLst>
          </p:nvPr>
        </p:nvSpPr>
        <p:spPr>
          <a:xfrm>
            <a:off x="4345933" y="3895726"/>
            <a:ext cx="3498864" cy="3809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10" h="60">
                <a:moveTo>
                  <a:pt x="120" y="0"/>
                </a:moveTo>
                <a:lnTo>
                  <a:pt x="5390" y="0"/>
                </a:lnTo>
                <a:cubicBezTo>
                  <a:pt x="5439" y="0"/>
                  <a:pt x="5483" y="24"/>
                  <a:pt x="5510" y="60"/>
                </a:cubicBezTo>
                <a:lnTo>
                  <a:pt x="0" y="60"/>
                </a:lnTo>
                <a:cubicBezTo>
                  <a:pt x="27" y="24"/>
                  <a:pt x="71" y="0"/>
                  <a:pt x="1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9" name="任意多边形 58"/>
          <p:cNvSpPr/>
          <p:nvPr>
            <p:custDataLst>
              <p:tags r:id="rId52"/>
            </p:custDataLst>
          </p:nvPr>
        </p:nvSpPr>
        <p:spPr>
          <a:xfrm>
            <a:off x="8068945" y="3890645"/>
            <a:ext cx="3546475" cy="2581275"/>
          </a:xfrm>
          <a:custGeom>
            <a:avLst/>
            <a:gdLst>
              <a:gd name="sw" fmla="*/ 1 w 5585"/>
              <a:gd name="sh" fmla="*/ 1 h 4065"/>
              <a:gd name="mins" fmla="min sw sh"/>
              <a:gd name="dsw" fmla="+- 0 sw mins"/>
              <a:gd name="dsh" fmla="+- 0 sh mins"/>
              <a:gd name="p0x0" fmla="*/ 150 w 5585"/>
              <a:gd name="p0y0" fmla="*/ 0 h 4065"/>
              <a:gd name="p0x1" fmla="*/ 5435 w 5585"/>
              <a:gd name="p0y1" fmla="*/ 0 h 4065"/>
              <a:gd name="p0x2" fmla="*/ 5517 w 5585"/>
              <a:gd name="p0y2" fmla="*/ 0 h 4065"/>
              <a:gd name="p0x3" fmla="*/ 5585 w 5585"/>
              <a:gd name="p0y3" fmla="*/ 67 h 4065"/>
              <a:gd name="p0x4" fmla="*/ 5585 w 5585"/>
              <a:gd name="p0y4" fmla="*/ 150 h 4065"/>
              <a:gd name="p0x5" fmla="*/ 5585 w 5585"/>
              <a:gd name="p0y5" fmla="*/ 3915 h 4065"/>
              <a:gd name="p0x6" fmla="*/ 5585 w 5585"/>
              <a:gd name="p0y6" fmla="*/ 3997 h 4065"/>
              <a:gd name="p0x7" fmla="*/ 5517 w 5585"/>
              <a:gd name="p0y7" fmla="*/ 4065 h 4065"/>
              <a:gd name="p0x8" fmla="*/ 5435 w 5585"/>
              <a:gd name="p0y8" fmla="*/ 4065 h 4065"/>
              <a:gd name="p0x9" fmla="*/ 150 w 5585"/>
              <a:gd name="p0y9" fmla="*/ 4065 h 4065"/>
              <a:gd name="p0x10" fmla="*/ 67 w 5585"/>
              <a:gd name="p0y10" fmla="*/ 4065 h 4065"/>
              <a:gd name="p0x11" fmla="*/ 0 w 5585"/>
              <a:gd name="p0y11" fmla="*/ 3997 h 4065"/>
              <a:gd name="p0x12" fmla="*/ 0 w 5585"/>
              <a:gd name="p0y12" fmla="*/ 3915 h 4065"/>
              <a:gd name="p0x13" fmla="*/ 0 w 5585"/>
              <a:gd name="p0y13" fmla="*/ 150 h 4065"/>
              <a:gd name="p0x14" fmla="*/ 0 w 5585"/>
              <a:gd name="p0y14" fmla="*/ 67 h 4065"/>
              <a:gd name="p0x15" fmla="*/ 67 w 5585"/>
              <a:gd name="p0y15" fmla="*/ 0 h 4065"/>
              <a:gd name="p0x16" fmla="*/ 150 w 558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任意多边形 60"/>
          <p:cNvSpPr/>
          <p:nvPr>
            <p:custDataLst>
              <p:tags r:id="rId53"/>
            </p:custDataLst>
          </p:nvPr>
        </p:nvSpPr>
        <p:spPr>
          <a:xfrm>
            <a:off x="8301990" y="42005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60 w 780"/>
              <a:gd name="p0y0" fmla="*/ 0 h 780"/>
              <a:gd name="p0x1" fmla="*/ 720 w 780"/>
              <a:gd name="p0y1" fmla="*/ 0 h 780"/>
              <a:gd name="p0x2" fmla="*/ 753 w 780"/>
              <a:gd name="p0y2" fmla="*/ 0 h 780"/>
              <a:gd name="p0x3" fmla="*/ 780 w 780"/>
              <a:gd name="p0y3" fmla="*/ 26 h 780"/>
              <a:gd name="p0x4" fmla="*/ 780 w 780"/>
              <a:gd name="p0y4" fmla="*/ 60 h 780"/>
              <a:gd name="p0x5" fmla="*/ 780 w 780"/>
              <a:gd name="p0y5" fmla="*/ 720 h 780"/>
              <a:gd name="p0x6" fmla="*/ 780 w 780"/>
              <a:gd name="p0y6" fmla="*/ 753 h 780"/>
              <a:gd name="p0x7" fmla="*/ 753 w 780"/>
              <a:gd name="p0y7" fmla="*/ 780 h 780"/>
              <a:gd name="p0x8" fmla="*/ 720 w 780"/>
              <a:gd name="p0y8" fmla="*/ 780 h 780"/>
              <a:gd name="p0x9" fmla="*/ 60 w 780"/>
              <a:gd name="p0y9" fmla="*/ 780 h 780"/>
              <a:gd name="p0x10" fmla="*/ 26 w 780"/>
              <a:gd name="p0y10" fmla="*/ 780 h 780"/>
              <a:gd name="p0x11" fmla="*/ 0 w 780"/>
              <a:gd name="p0y11" fmla="*/ 753 h 780"/>
              <a:gd name="p0x12" fmla="*/ 0 w 780"/>
              <a:gd name="p0y12" fmla="*/ 720 h 780"/>
              <a:gd name="p0x13" fmla="*/ 0 w 780"/>
              <a:gd name="p0y13" fmla="*/ 60 h 780"/>
              <a:gd name="p0x14" fmla="*/ 0 w 780"/>
              <a:gd name="p0y14" fmla="*/ 26 h 780"/>
              <a:gd name="p0x15" fmla="*/ 26 w 780"/>
              <a:gd name="p0y15" fmla="*/ 0 h 780"/>
              <a:gd name="p0x16" fmla="*/ 6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2" name="图片 61" descr="53d18d0f-a51f-11f1-bbf7-1a2776634641"/>
          <p:cNvPicPr/>
          <p:nvPr>
            <p:custDataLst>
              <p:tags r:id="rId54"/>
            </p:custDataLst>
          </p:nvPr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 l="-246" r="246"/>
          <a:stretch>
            <a:fillRect/>
          </a:stretch>
        </p:blipFill>
        <p:spPr>
          <a:xfrm>
            <a:off x="8425815" y="4324350"/>
            <a:ext cx="247650" cy="247650"/>
          </a:xfrm>
          <a:prstGeom prst="rect">
            <a:avLst/>
          </a:prstGeom>
        </p:spPr>
      </p:pic>
      <p:sp>
        <p:nvSpPr>
          <p:cNvPr id="65" name="文本框 64"/>
          <p:cNvSpPr txBox="1"/>
          <p:nvPr>
            <p:custDataLst>
              <p:tags r:id="rId57"/>
            </p:custDataLst>
          </p:nvPr>
        </p:nvSpPr>
        <p:spPr>
          <a:xfrm>
            <a:off x="8950299" y="4146233"/>
            <a:ext cx="243207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基础处理</a:t>
            </a:r>
            <a:endParaRPr sz="2100" b="1" spc="42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58"/>
            </p:custDataLst>
          </p:nvPr>
        </p:nvSpPr>
        <p:spPr>
          <a:xfrm>
            <a:off x="8950299" y="4533900"/>
            <a:ext cx="243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处理</a:t>
            </a:r>
            <a:endParaRPr sz="1200" b="1" spc="72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矩形 66"/>
          <p:cNvSpPr/>
          <p:nvPr>
            <p:custDataLst>
              <p:tags r:id="rId59"/>
            </p:custDataLst>
          </p:nvPr>
        </p:nvSpPr>
        <p:spPr>
          <a:xfrm>
            <a:off x="8301990" y="4886325"/>
            <a:ext cx="3080385" cy="9525"/>
          </a:xfrm>
          <a:prstGeom prst="rect">
            <a:avLst/>
          </a:prstGeom>
          <a:solidFill>
            <a:srgbClr val="E4BE9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>
            <p:custDataLst>
              <p:tags r:id="rId60"/>
            </p:custDataLst>
          </p:nvPr>
        </p:nvSpPr>
        <p:spPr>
          <a:xfrm>
            <a:off x="8302599" y="5457825"/>
            <a:ext cx="2857500" cy="3667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视频压缩</a:t>
            </a:r>
            <a:r>
              <a:rPr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</a:rPr>
              <a:t>、视频修剪、视频拼接</a:t>
            </a:r>
            <a:endParaRPr sz="15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任意多边形 59"/>
          <p:cNvSpPr/>
          <p:nvPr>
            <p:custDataLst>
              <p:tags r:id="rId61"/>
            </p:custDataLst>
          </p:nvPr>
        </p:nvSpPr>
        <p:spPr>
          <a:xfrm>
            <a:off x="8092449" y="3895725"/>
            <a:ext cx="3499466" cy="381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11" h="60">
                <a:moveTo>
                  <a:pt x="120" y="0"/>
                </a:moveTo>
                <a:lnTo>
                  <a:pt x="5391" y="0"/>
                </a:lnTo>
                <a:cubicBezTo>
                  <a:pt x="5440" y="0"/>
                  <a:pt x="5484" y="24"/>
                  <a:pt x="5511" y="60"/>
                </a:cubicBezTo>
                <a:lnTo>
                  <a:pt x="0" y="60"/>
                </a:lnTo>
                <a:cubicBezTo>
                  <a:pt x="27" y="24"/>
                  <a:pt x="71" y="0"/>
                  <a:pt x="1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横竖屏转换七种策略</a:t>
            </a:r>
            <a:endParaRPr sz="3000" b="1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571500" y="1104900"/>
          <a:ext cx="11049000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7518"/>
                <a:gridCol w="5234358"/>
                <a:gridCol w="1802453"/>
                <a:gridCol w="2074659"/>
              </a:tblGrid>
              <a:tr h="518144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策略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71371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71371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状态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71371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操作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71371"/>
                      </a:schemeClr>
                    </a:solidFill>
                  </a:tcPr>
                </a:tc>
              </a:tr>
              <a:tr h="622622"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智能裁剪</a:t>
                      </a:r>
                      <a:endParaRPr sz="1500" b="1" spc="-15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YOLO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主体检测，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跟随裁剪</a:t>
                      </a:r>
                      <a:endParaRPr lang="zh-CN" altLang="en-US"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>
                          <a:solidFill>
                            <a:srgbClr val="1F5A36"/>
                          </a:solidFill>
                          <a:highlight>
                            <a:srgbClr val="D9F1E4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已完成</a:t>
                      </a:r>
                      <a:endParaRPr sz="1200" b="0">
                        <a:solidFill>
                          <a:srgbClr val="1F5A36"/>
                        </a:solidFill>
                        <a:highlight>
                          <a:srgbClr val="D9F1E4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500" b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22622"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填充黑边</a:t>
                      </a:r>
                      <a:endParaRPr sz="1500" b="1" spc="-15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保持所有内容完整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>
                          <a:solidFill>
                            <a:srgbClr val="1F5A36"/>
                          </a:solidFill>
                          <a:highlight>
                            <a:srgbClr val="D9F1E4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已完成</a:t>
                      </a:r>
                      <a:endParaRPr sz="1200" b="0">
                        <a:solidFill>
                          <a:srgbClr val="1F5A36"/>
                        </a:solidFill>
                        <a:highlight>
                          <a:srgbClr val="D9F1E4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500" b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</a:tr>
              <a:tr h="622622"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中心裁剪</a:t>
                      </a:r>
                      <a:endParaRPr sz="1500" b="1" spc="-15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直接裁剪中间区域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>
                          <a:solidFill>
                            <a:srgbClr val="1F5A36"/>
                          </a:solidFill>
                          <a:highlight>
                            <a:srgbClr val="D9F1E4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已完成</a:t>
                      </a:r>
                      <a:endParaRPr sz="1200" b="0">
                        <a:solidFill>
                          <a:srgbClr val="1F5A36"/>
                        </a:solidFill>
                        <a:highlight>
                          <a:srgbClr val="D9F1E4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500" b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22622"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拉伸填充</a:t>
                      </a:r>
                      <a:endParaRPr sz="1500" b="1" spc="-15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强行拉伸到目标比例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>
                          <a:solidFill>
                            <a:srgbClr val="1F5A36"/>
                          </a:solidFill>
                          <a:highlight>
                            <a:srgbClr val="D9F1E4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已完成</a:t>
                      </a:r>
                      <a:endParaRPr sz="1200" b="0">
                        <a:solidFill>
                          <a:srgbClr val="1F5A36"/>
                        </a:solidFill>
                        <a:highlight>
                          <a:srgbClr val="D9F1E4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500" b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</a:tr>
              <a:tr h="622622"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镜像滚动</a:t>
                      </a:r>
                      <a:endParaRPr sz="1500" b="1" spc="-15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特殊视觉效果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>
                          <a:solidFill>
                            <a:srgbClr val="1F5A36"/>
                          </a:solidFill>
                          <a:highlight>
                            <a:srgbClr val="D9F1E4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已完成</a:t>
                      </a:r>
                      <a:endParaRPr sz="1200" b="0">
                        <a:solidFill>
                          <a:srgbClr val="1F5A36"/>
                        </a:solidFill>
                        <a:highlight>
                          <a:srgbClr val="D9F1E4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500" b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22622"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平移运镜</a:t>
                      </a:r>
                      <a:endParaRPr sz="1500" b="1" spc="-15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平移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滚动效果</a:t>
                      </a:r>
                      <a:endParaRPr lang="zh-CN" altLang="en-US"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>
                          <a:solidFill>
                            <a:srgbClr val="1F5A36"/>
                          </a:solidFill>
                          <a:highlight>
                            <a:srgbClr val="D9F1E4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已完成</a:t>
                      </a:r>
                      <a:endParaRPr sz="1200" b="0">
                        <a:solidFill>
                          <a:srgbClr val="1F5A36"/>
                        </a:solidFill>
                        <a:highlight>
                          <a:srgbClr val="D9F1E4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500" b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</a:tr>
              <a:tr h="622919"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旋转</a:t>
                      </a:r>
                      <a:endParaRPr sz="1500" b="1" spc="-15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90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度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/180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度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/270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度旋转</a:t>
                      </a:r>
                      <a:endParaRPr lang="zh-CN" altLang="en-US"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>
                          <a:solidFill>
                            <a:srgbClr val="291505"/>
                          </a:solidFill>
                          <a:highlight>
                            <a:srgbClr val="F0A848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待添加</a:t>
                      </a:r>
                      <a:endParaRPr sz="1200" b="0">
                        <a:solidFill>
                          <a:srgbClr val="291505"/>
                        </a:solidFill>
                        <a:highlight>
                          <a:srgbClr val="F0A848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200" b="1">
                          <a:solidFill>
                            <a:srgbClr val="3B0500"/>
                          </a:solidFill>
                          <a:latin typeface="Font Awesome 7 Free Solid" panose="02000903000000000000" charset="0"/>
                          <a:ea typeface="Font Awesome 7 Free Solid" panose="02000903000000000000" charset="0"/>
                          <a:cs typeface="Font Awesome 7 Free Solid" panose="02000903000000000000" charset="0"/>
                        </a:rPr>
                        <a:t></a:t>
                      </a:r>
                      <a:r>
                        <a:rPr lang="en-US" sz="1500" b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500" b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待处理</a:t>
                      </a:r>
                      <a:endParaRPr lang="zh-CN" altLang="en-US" sz="1500" b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71500" y="6096000"/>
            <a:ext cx="11049000" cy="381000"/>
          </a:xfrm>
          <a:custGeom>
            <a:avLst/>
            <a:gdLst>
              <a:gd name="sw" fmla="*/ 1 w 17400"/>
              <a:gd name="sh" fmla="*/ 1 h 600"/>
              <a:gd name="mins" fmla="min sw sh"/>
              <a:gd name="dsw" fmla="+- 0 sw mins"/>
              <a:gd name="dsh" fmla="+- 0 sh mins"/>
              <a:gd name="p0x0" fmla="*/ 150 w 17400"/>
              <a:gd name="p0y0" fmla="*/ 0 h 600"/>
              <a:gd name="p0x1" fmla="*/ 17250 w 17400"/>
              <a:gd name="p0y1" fmla="*/ 0 h 600"/>
              <a:gd name="p0x2" fmla="*/ 17332 w 17400"/>
              <a:gd name="p0y2" fmla="*/ 0 h 600"/>
              <a:gd name="p0x3" fmla="*/ 17400 w 17400"/>
              <a:gd name="p0y3" fmla="*/ 67 h 600"/>
              <a:gd name="p0x4" fmla="*/ 17400 w 17400"/>
              <a:gd name="p0y4" fmla="*/ 150 h 600"/>
              <a:gd name="p0x5" fmla="*/ 17400 w 17400"/>
              <a:gd name="p0y5" fmla="*/ 450 h 600"/>
              <a:gd name="p0x6" fmla="*/ 17400 w 17400"/>
              <a:gd name="p0y6" fmla="*/ 532 h 600"/>
              <a:gd name="p0x7" fmla="*/ 17332 w 17400"/>
              <a:gd name="p0y7" fmla="*/ 600 h 600"/>
              <a:gd name="p0x8" fmla="*/ 17250 w 17400"/>
              <a:gd name="p0y8" fmla="*/ 600 h 600"/>
              <a:gd name="p0x9" fmla="*/ 150 w 17400"/>
              <a:gd name="p0y9" fmla="*/ 600 h 600"/>
              <a:gd name="p0x10" fmla="*/ 67 w 17400"/>
              <a:gd name="p0y10" fmla="*/ 600 h 600"/>
              <a:gd name="p0x11" fmla="*/ 0 w 17400"/>
              <a:gd name="p0y11" fmla="*/ 532 h 600"/>
              <a:gd name="p0x12" fmla="*/ 0 w 17400"/>
              <a:gd name="p0y12" fmla="*/ 450 h 600"/>
              <a:gd name="p0x13" fmla="*/ 0 w 17400"/>
              <a:gd name="p0y13" fmla="*/ 150 h 600"/>
              <a:gd name="p0x14" fmla="*/ 0 w 17400"/>
              <a:gd name="p0y14" fmla="*/ 67 h 600"/>
              <a:gd name="p0x15" fmla="*/ 67 w 17400"/>
              <a:gd name="p0y15" fmla="*/ 0 h 600"/>
              <a:gd name="p0x16" fmla="*/ 150 w 17400"/>
              <a:gd name="p0y16" fmla="*/ 0 h 6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45167"/>
              <a:lumOff val="5483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85800" y="6172200"/>
            <a:ext cx="13716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</a:rPr>
              <a:t>状态标签区分：</a:t>
            </a:r>
            <a:endParaRPr sz="135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2000250" y="6214745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90 w 180"/>
              <a:gd name="p0y0" fmla="*/ 0 h 180"/>
              <a:gd name="p0x1" fmla="*/ 139 w 180"/>
              <a:gd name="p0y1" fmla="*/ 0 h 180"/>
              <a:gd name="p0x2" fmla="*/ 180 w 180"/>
              <a:gd name="p0y2" fmla="*/ 40 h 180"/>
              <a:gd name="p0x3" fmla="*/ 180 w 180"/>
              <a:gd name="p0y3" fmla="*/ 90 h 180"/>
              <a:gd name="p0x4" fmla="*/ 180 w 180"/>
              <a:gd name="p0y4" fmla="*/ 139 h 180"/>
              <a:gd name="p0x5" fmla="*/ 139 w 180"/>
              <a:gd name="p0y5" fmla="*/ 180 h 180"/>
              <a:gd name="p0x6" fmla="*/ 90 w 180"/>
              <a:gd name="p0y6" fmla="*/ 180 h 180"/>
              <a:gd name="p0x7" fmla="*/ 40 w 180"/>
              <a:gd name="p0y7" fmla="*/ 180 h 180"/>
              <a:gd name="p0x8" fmla="*/ 0 w 180"/>
              <a:gd name="p0y8" fmla="*/ 139 h 180"/>
              <a:gd name="p0x9" fmla="*/ 0 w 180"/>
              <a:gd name="p0y9" fmla="*/ 90 h 180"/>
              <a:gd name="p0x10" fmla="*/ 0 w 180"/>
              <a:gd name="p0y10" fmla="*/ 40 h 180"/>
              <a:gd name="p0x11" fmla="*/ 40 w 180"/>
              <a:gd name="p0y11" fmla="*/ 0 h 180"/>
              <a:gd name="p0x12" fmla="*/ 90 w 180"/>
              <a:gd name="p0y12" fmla="*/ 0 h 1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7A06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2114626" y="6186488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1F5A36"/>
                </a:solidFill>
                <a:latin typeface="微软雅黑" panose="020B0503020204020204" charset="-122"/>
                <a:ea typeface="微软雅黑" panose="020B0503020204020204" charset="-122"/>
              </a:rPr>
              <a:t>已实施方案</a:t>
            </a:r>
            <a:endParaRPr sz="1200">
              <a:solidFill>
                <a:srgbClr val="1F5A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2990850" y="6210300"/>
            <a:ext cx="9525" cy="152400"/>
          </a:xfrm>
          <a:prstGeom prst="rect">
            <a:avLst/>
          </a:prstGeom>
          <a:solidFill>
            <a:schemeClr val="bg2">
              <a:lumMod val="0"/>
              <a:lumOff val="10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3114675" y="6214745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90 w 180"/>
              <a:gd name="p0y0" fmla="*/ 0 h 180"/>
              <a:gd name="p0x1" fmla="*/ 139 w 180"/>
              <a:gd name="p0y1" fmla="*/ 0 h 180"/>
              <a:gd name="p0x2" fmla="*/ 180 w 180"/>
              <a:gd name="p0y2" fmla="*/ 40 h 180"/>
              <a:gd name="p0x3" fmla="*/ 180 w 180"/>
              <a:gd name="p0y3" fmla="*/ 90 h 180"/>
              <a:gd name="p0x4" fmla="*/ 180 w 180"/>
              <a:gd name="p0y4" fmla="*/ 139 h 180"/>
              <a:gd name="p0x5" fmla="*/ 139 w 180"/>
              <a:gd name="p0y5" fmla="*/ 180 h 180"/>
              <a:gd name="p0x6" fmla="*/ 90 w 180"/>
              <a:gd name="p0y6" fmla="*/ 180 h 180"/>
              <a:gd name="p0x7" fmla="*/ 40 w 180"/>
              <a:gd name="p0y7" fmla="*/ 180 h 180"/>
              <a:gd name="p0x8" fmla="*/ 0 w 180"/>
              <a:gd name="p0y8" fmla="*/ 139 h 180"/>
              <a:gd name="p0x9" fmla="*/ 0 w 180"/>
              <a:gd name="p0y9" fmla="*/ 90 h 180"/>
              <a:gd name="p0x10" fmla="*/ 0 w 180"/>
              <a:gd name="p0y10" fmla="*/ 40 h 180"/>
              <a:gd name="p0x11" fmla="*/ 40 w 180"/>
              <a:gd name="p0y11" fmla="*/ 0 h 180"/>
              <a:gd name="p0x12" fmla="*/ 90 w 180"/>
              <a:gd name="p0y12" fmla="*/ 0 h 1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0A84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3229127" y="6186488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291505"/>
                </a:solidFill>
                <a:latin typeface="微软雅黑" panose="020B0503020204020204" charset="-122"/>
                <a:ea typeface="微软雅黑" panose="020B0503020204020204" charset="-122"/>
              </a:rPr>
              <a:t>后续规划</a:t>
            </a:r>
            <a:endParaRPr sz="1200">
              <a:solidFill>
                <a:srgbClr val="29150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智能剪辑十项全能</a:t>
            </a:r>
            <a:endParaRPr sz="3000" b="1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</a:rPr>
              <a:t>智能剪辑套件功能覆盖概览</a:t>
            </a:r>
            <a:endParaRPr sz="15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581025" y="1457325"/>
          <a:ext cx="11039483" cy="45910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656"/>
                <a:gridCol w="6402885"/>
                <a:gridCol w="2207942"/>
              </a:tblGrid>
              <a:tr h="489569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功能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57150" marB="5715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57150" marB="5715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状态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57150" marB="5715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10095"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固定裁剪</a:t>
                      </a:r>
                      <a:endParaRPr sz="1500" b="1" spc="-15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从视频开头裁剪到目标时长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 spc="-15">
                          <a:solidFill>
                            <a:srgbClr val="47A0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已支持</a:t>
                      </a:r>
                      <a:endParaRPr sz="1500" b="1" spc="-15">
                        <a:solidFill>
                          <a:srgbClr val="47A06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0095"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自动字幕</a:t>
                      </a:r>
                      <a:endParaRPr sz="1500" b="1" spc="-15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语音识别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智能标点</a:t>
                      </a:r>
                      <a:endParaRPr lang="zh-CN" altLang="en-US"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 spc="-15">
                          <a:solidFill>
                            <a:srgbClr val="47A0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已支持</a:t>
                      </a:r>
                      <a:endParaRPr sz="1500" b="1" spc="-15">
                        <a:solidFill>
                          <a:srgbClr val="47A06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0095"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去口癖</a:t>
                      </a:r>
                      <a:endParaRPr sz="1500" b="1" spc="-15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自动删除语气词、停顿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 spc="-15">
                          <a:solidFill>
                            <a:srgbClr val="47A0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已支持</a:t>
                      </a:r>
                      <a:endParaRPr sz="1500" b="1" spc="-15">
                        <a:solidFill>
                          <a:srgbClr val="47A06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0095"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智能配乐</a:t>
                      </a:r>
                      <a:endParaRPr sz="1500" b="1" spc="-15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情绪识别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自动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BGM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匹配</a:t>
                      </a:r>
                      <a:endParaRPr lang="zh-CN" altLang="en-US"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 spc="-15">
                          <a:solidFill>
                            <a:srgbClr val="47A0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已支持</a:t>
                      </a:r>
                      <a:endParaRPr sz="1500" b="1" spc="-15">
                        <a:solidFill>
                          <a:srgbClr val="47A06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0095"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配音</a:t>
                      </a:r>
                      <a:endParaRPr sz="1500" b="1" spc="-15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</a:t>
                      </a:r>
                      <a:r>
                        <a:rPr 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文字转语音</a:t>
                      </a:r>
                      <a:endParaRPr lang="zh-CN"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 spc="-15">
                          <a:solidFill>
                            <a:srgbClr val="47A0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已支持</a:t>
                      </a:r>
                      <a:endParaRPr sz="1500" b="1" spc="-15">
                        <a:solidFill>
                          <a:srgbClr val="47A06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0095"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视频滤镜</a:t>
                      </a:r>
                      <a:endParaRPr sz="1500" b="1" spc="-15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后端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种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/ 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前端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种</a:t>
                      </a:r>
                      <a:endParaRPr lang="zh-CN" altLang="en-US"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 spc="-15">
                          <a:solidFill>
                            <a:srgbClr val="F0A84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7/12</a:t>
                      </a:r>
                      <a:endParaRPr sz="1500" b="1" spc="-15">
                        <a:solidFill>
                          <a:srgbClr val="F0A84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0095"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转场效果</a:t>
                      </a:r>
                      <a:endParaRPr sz="1500" b="1" spc="-15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后端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种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/ 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前端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种</a:t>
                      </a:r>
                      <a:endParaRPr lang="zh-CN" altLang="en-US"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 spc="-15">
                          <a:solidFill>
                            <a:srgbClr val="47A0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已支持</a:t>
                      </a:r>
                      <a:endParaRPr sz="1500" b="1" spc="-15">
                        <a:solidFill>
                          <a:srgbClr val="47A06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0095"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内容分析</a:t>
                      </a:r>
                      <a:endParaRPr sz="1500" b="1" spc="-15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场景识别、情绪分析、平台适配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 spc="-15">
                          <a:solidFill>
                            <a:srgbClr val="47A0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已支持</a:t>
                      </a:r>
                      <a:endParaRPr sz="1500" b="1" spc="-15">
                        <a:solidFill>
                          <a:srgbClr val="47A06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0095"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封面生成</a:t>
                      </a:r>
                      <a:endParaRPr sz="1500" b="1" spc="-15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智能提取精彩帧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 spc="-15">
                          <a:solidFill>
                            <a:srgbClr val="47A0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已支持</a:t>
                      </a:r>
                      <a:endParaRPr sz="1500" b="1" spc="-15">
                        <a:solidFill>
                          <a:srgbClr val="47A06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0617"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片头片尾</a:t>
                      </a:r>
                      <a:endParaRPr sz="1500" b="1" spc="-15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添加包装元素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 spc="-15">
                          <a:solidFill>
                            <a:srgbClr val="47A0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已支持</a:t>
                      </a:r>
                      <a:endParaRPr sz="1500" b="1" spc="-15">
                        <a:solidFill>
                          <a:srgbClr val="47A06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524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571500" y="6124575"/>
            <a:ext cx="11049000" cy="351790"/>
            <a:chOff x="900" y="9645"/>
            <a:chExt cx="17400" cy="554"/>
          </a:xfrm>
        </p:grpSpPr>
        <p:sp>
          <p:nvSpPr>
            <p:cNvPr id="6" name="任意多边形 5"/>
            <p:cNvSpPr/>
            <p:nvPr>
              <p:custDataLst>
                <p:tags r:id="rId4"/>
              </p:custDataLst>
            </p:nvPr>
          </p:nvSpPr>
          <p:spPr>
            <a:xfrm>
              <a:off x="900" y="9645"/>
              <a:ext cx="17400" cy="555"/>
            </a:xfrm>
            <a:custGeom>
              <a:avLst/>
              <a:gdLst>
                <a:gd name="sw" fmla="*/ 1 w 17400"/>
                <a:gd name="sh" fmla="*/ 1 h 555"/>
                <a:gd name="mins" fmla="min sw sh"/>
                <a:gd name="dsw" fmla="+- 0 sw mins"/>
                <a:gd name="dsh" fmla="+- 0 sh mins"/>
                <a:gd name="p0x0" fmla="*/ 0 w 17400"/>
                <a:gd name="p0y0" fmla="*/ 0 h 555"/>
                <a:gd name="p0x1" fmla="*/ 17400 w 17400"/>
                <a:gd name="p0y1" fmla="*/ 0 h 555"/>
                <a:gd name="p0x2" fmla="*/ 17400 w 17400"/>
                <a:gd name="p0y2" fmla="*/ 555 h 555"/>
                <a:gd name="p0x3" fmla="*/ 0 w 17400"/>
                <a:gd name="p0y3" fmla="*/ 555 h 555"/>
                <a:gd name="p0x4" fmla="*/ 0 w 17400"/>
                <a:gd name="p0y4" fmla="*/ 0 h 55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>
              <p:custDataLst>
                <p:tags r:id="rId5"/>
              </p:custDataLst>
            </p:nvPr>
          </p:nvSpPr>
          <p:spPr>
            <a:xfrm>
              <a:off x="900" y="9645"/>
              <a:ext cx="17400" cy="15"/>
            </a:xfrm>
            <a:custGeom>
              <a:avLst/>
              <a:gdLst>
                <a:gd name="sw" fmla="*/ 1 w 17400"/>
                <a:gd name="sh" fmla="*/ 1 h 15"/>
                <a:gd name="mins" fmla="min sw sh"/>
                <a:gd name="dsw" fmla="+- 0 sw mins"/>
                <a:gd name="dsh" fmla="+- 0 sh mins"/>
                <a:gd name="p0x0" fmla="*/ 0 w 17400"/>
                <a:gd name="p0y0" fmla="*/ 0 h 15"/>
                <a:gd name="p0x1" fmla="*/ 17400 w 17400"/>
                <a:gd name="p0y1" fmla="*/ 0 h 15"/>
                <a:gd name="p0x2" fmla="*/ 17400 w 17400"/>
                <a:gd name="p0y2" fmla="*/ 15 h 15"/>
                <a:gd name="p0x3" fmla="*/ 0 w 17400"/>
                <a:gd name="p0y3" fmla="*/ 15 h 15"/>
                <a:gd name="p0x4" fmla="*/ 0 w 1740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4">
                <a:lumMod val="50712"/>
                <a:lumOff val="4928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9" name="任意多边形 8"/>
          <p:cNvSpPr/>
          <p:nvPr>
            <p:custDataLst>
              <p:tags r:id="rId6"/>
            </p:custDataLst>
          </p:nvPr>
        </p:nvSpPr>
        <p:spPr>
          <a:xfrm>
            <a:off x="571500" y="632460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382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723900" y="6248400"/>
            <a:ext cx="27432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状态“已支持”为功能完整上线；</a:t>
            </a:r>
            <a:endParaRPr sz="135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3409950" y="632460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382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3562426" y="6248400"/>
            <a:ext cx="3328911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 spc="-13">
                <a:solidFill>
                  <a:srgbClr val="F0A848"/>
                </a:solidFill>
                <a:latin typeface="微软雅黑" panose="020B0503020204020204" charset="-122"/>
                <a:ea typeface="微软雅黑" panose="020B0503020204020204" charset="-122"/>
              </a:rPr>
              <a:t>7/12</a:t>
            </a:r>
            <a:r>
              <a:rPr lang="en-US" sz="135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35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为后端支持</a:t>
            </a:r>
            <a:r>
              <a:rPr lang="en-US" altLang="zh-CN" sz="135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lang="zh-CN" altLang="en-US" sz="135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种、前端支持</a:t>
            </a:r>
            <a:r>
              <a:rPr lang="en-US" altLang="zh-CN" sz="135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135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种。</a:t>
            </a:r>
            <a:endParaRPr lang="zh-CN" altLang="en-US" sz="135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智能缩编，自动提取高光</a:t>
            </a:r>
            <a:endParaRPr sz="3000" b="1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71500" y="1104900"/>
            <a:ext cx="11049000" cy="426407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 defTabSz="457200">
              <a:spcAft>
                <a:spcPts val="600"/>
              </a:spcAft>
              <a:defRPr sz="1800"/>
            </a:pPr>
            <a:r>
              <a:rPr>
                <a:solidFill>
                  <a:sysClr val="windowText" lastClr="000000"/>
                </a:solidFill>
                <a:latin typeface="Calibri" charset="0"/>
                <a:ea typeface="+mn-ea"/>
                <a:cs typeface="+mn-ea"/>
                <a:sym typeface="+mn-ea"/>
              </a:rPr>
              <a:t>包含两种策略：内容缩编和智能压缩</a:t>
            </a:r>
            <a:endParaRPr>
              <a:solidFill>
                <a:sysClr val="windowText" lastClr="000000"/>
              </a:solidFill>
              <a:latin typeface="Calibri" charset="0"/>
              <a:ea typeface="+mn-ea"/>
              <a:cs typeface="+mn-ea"/>
              <a:sym typeface="+mn-ea"/>
            </a:endParaRPr>
          </a:p>
          <a:p>
            <a:pPr algn="l" defTabSz="457200">
              <a:spcAft>
                <a:spcPts val="600"/>
              </a:spcAft>
              <a:defRPr sz="1800"/>
            </a:pPr>
            <a:endParaRPr sz="1200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 defTabSz="457200">
              <a:spcAft>
                <a:spcPts val="600"/>
              </a:spcAft>
              <a:defRPr sz="1800"/>
            </a:pPr>
            <a:r>
              <a:rPr>
                <a:solidFill>
                  <a:sysClr val="windowText" lastClr="000000"/>
                </a:solidFill>
                <a:latin typeface="Calibri" charset="0"/>
                <a:ea typeface="+mn-ea"/>
                <a:cs typeface="+mn-ea"/>
                <a:sym typeface="+mn-ea"/>
              </a:rPr>
              <a:t>【内容缩编】Whisper语音识别+音频能量分析，自动选择高光片段到目标时长</a:t>
            </a:r>
            <a:endParaRPr>
              <a:solidFill>
                <a:sysClr val="windowText" lastClr="000000"/>
              </a:solidFill>
              <a:latin typeface="Calibri" charset="0"/>
              <a:ea typeface="+mn-ea"/>
              <a:cs typeface="+mn-ea"/>
              <a:sym typeface="+mn-ea"/>
            </a:endParaRPr>
          </a:p>
          <a:p>
            <a:pPr algn="l" defTabSz="457200">
              <a:spcAft>
                <a:spcPts val="600"/>
              </a:spcAft>
              <a:defRPr sz="1800"/>
            </a:pPr>
            <a:r>
              <a:rPr>
                <a:solidFill>
                  <a:sysClr val="windowText" lastClr="000000"/>
                </a:solidFill>
                <a:latin typeface="Calibri" charset="0"/>
                <a:ea typeface="+mn-ea"/>
                <a:cs typeface="+mn-ea"/>
                <a:sym typeface="+mn-ea"/>
              </a:rPr>
              <a:t>【智能压缩】FFmpeg重编码，压缩视频文件大小</a:t>
            </a:r>
            <a:endParaRPr>
              <a:solidFill>
                <a:sysClr val="windowText" lastClr="000000"/>
              </a:solidFill>
              <a:latin typeface="Calibri" charset="0"/>
              <a:ea typeface="+mn-ea"/>
              <a:cs typeface="+mn-ea"/>
              <a:sym typeface="+mn-ea"/>
            </a:endParaRPr>
          </a:p>
          <a:p>
            <a:pPr algn="l" defTabSz="457200">
              <a:spcAft>
                <a:spcPts val="600"/>
              </a:spcAft>
              <a:defRPr sz="1800"/>
            </a:pPr>
            <a:endParaRPr sz="1200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 defTabSz="457200">
              <a:spcAft>
                <a:spcPts val="600"/>
              </a:spcAft>
              <a:defRPr sz="1800"/>
            </a:pPr>
            <a:r>
              <a:rPr>
                <a:solidFill>
                  <a:sysClr val="windowText" lastClr="000000"/>
                </a:solidFill>
                <a:latin typeface="Calibri" charset="0"/>
                <a:ea typeface="+mn-ea"/>
                <a:cs typeface="+mn-ea"/>
                <a:sym typeface="+mn-ea"/>
              </a:rPr>
              <a:t>处理流程：</a:t>
            </a:r>
            <a:endParaRPr>
              <a:solidFill>
                <a:sysClr val="windowText" lastClr="000000"/>
              </a:solidFill>
              <a:latin typeface="Calibri" charset="0"/>
              <a:ea typeface="+mn-ea"/>
              <a:cs typeface="+mn-ea"/>
              <a:sym typeface="+mn-ea"/>
            </a:endParaRPr>
          </a:p>
          <a:p>
            <a:pPr algn="l" defTabSz="457200">
              <a:spcAft>
                <a:spcPts val="600"/>
              </a:spcAft>
              <a:defRPr sz="1800"/>
            </a:pPr>
            <a:r>
              <a:rPr>
                <a:solidFill>
                  <a:sysClr val="windowText" lastClr="000000"/>
                </a:solidFill>
                <a:latin typeface="Calibri" charset="0"/>
                <a:ea typeface="+mn-ea"/>
                <a:cs typeface="+mn-ea"/>
                <a:sym typeface="+mn-ea"/>
              </a:rPr>
              <a:t>1. Whisper ASR - 语音识别，获取字幕和时间轴</a:t>
            </a:r>
            <a:endParaRPr>
              <a:solidFill>
                <a:sysClr val="windowText" lastClr="000000"/>
              </a:solidFill>
              <a:latin typeface="Calibri" charset="0"/>
              <a:ea typeface="+mn-ea"/>
              <a:cs typeface="+mn-ea"/>
              <a:sym typeface="+mn-ea"/>
            </a:endParaRPr>
          </a:p>
          <a:p>
            <a:pPr algn="l" defTabSz="457200">
              <a:spcAft>
                <a:spcPts val="600"/>
              </a:spcAft>
              <a:defRPr sz="1800"/>
            </a:pPr>
            <a:r>
              <a:rPr>
                <a:solidFill>
                  <a:sysClr val="windowText" lastClr="000000"/>
                </a:solidFill>
                <a:latin typeface="Calibri" charset="0"/>
                <a:ea typeface="+mn-ea"/>
                <a:cs typeface="+mn-ea"/>
                <a:sym typeface="+mn-ea"/>
              </a:rPr>
              <a:t>2. 音频能量分析 - 计算每段RMS能量值</a:t>
            </a:r>
            <a:endParaRPr>
              <a:solidFill>
                <a:sysClr val="windowText" lastClr="000000"/>
              </a:solidFill>
              <a:latin typeface="Calibri" charset="0"/>
              <a:ea typeface="+mn-ea"/>
              <a:cs typeface="+mn-ea"/>
              <a:sym typeface="+mn-ea"/>
            </a:endParaRPr>
          </a:p>
          <a:p>
            <a:pPr algn="l" defTabSz="457200">
              <a:spcAft>
                <a:spcPts val="600"/>
              </a:spcAft>
              <a:defRPr sz="1800"/>
            </a:pPr>
            <a:r>
              <a:rPr>
                <a:solidFill>
                  <a:sysClr val="windowText" lastClr="000000"/>
                </a:solidFill>
                <a:latin typeface="Calibri" charset="0"/>
                <a:ea typeface="+mn-ea"/>
                <a:cs typeface="+mn-ea"/>
                <a:sym typeface="+mn-ea"/>
              </a:rPr>
              <a:t>3. 能量评分排序 - 归一化评分</a:t>
            </a:r>
            <a:endParaRPr>
              <a:solidFill>
                <a:sysClr val="windowText" lastClr="000000"/>
              </a:solidFill>
              <a:latin typeface="Calibri" charset="0"/>
              <a:ea typeface="+mn-ea"/>
              <a:cs typeface="+mn-ea"/>
              <a:sym typeface="+mn-ea"/>
            </a:endParaRPr>
          </a:p>
          <a:p>
            <a:pPr algn="l" defTabSz="457200">
              <a:spcAft>
                <a:spcPts val="600"/>
              </a:spcAft>
              <a:defRPr sz="1800"/>
            </a:pPr>
            <a:r>
              <a:rPr>
                <a:solidFill>
                  <a:sysClr val="windowText" lastClr="000000"/>
                </a:solidFill>
                <a:latin typeface="Calibri" charset="0"/>
                <a:ea typeface="+mn-ea"/>
                <a:cs typeface="+mn-ea"/>
                <a:sym typeface="+mn-ea"/>
              </a:rPr>
              <a:t>4. 智能选段 - 优先选择高分片段达到目标时长</a:t>
            </a:r>
            <a:endParaRPr sz="1200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四合一老视频修复流水线</a:t>
            </a:r>
            <a:endParaRPr sz="3000" b="1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5362575"/>
          </a:xfrm>
          <a:custGeom>
            <a:avLst/>
            <a:gdLst>
              <a:gd name="sw" fmla="*/ 1 w 17385"/>
              <a:gd name="sh" fmla="*/ 1 h 8445"/>
              <a:gd name="mins" fmla="min sw sh"/>
              <a:gd name="dsw" fmla="+- 0 sw mins"/>
              <a:gd name="dsh" fmla="+- 0 sh mins"/>
              <a:gd name="p0x0" fmla="*/ 270 w 17385"/>
              <a:gd name="p0y0" fmla="*/ 0 h 8445"/>
              <a:gd name="p0x1" fmla="*/ 17115 w 17385"/>
              <a:gd name="p0y1" fmla="*/ 0 h 8445"/>
              <a:gd name="p0x2" fmla="*/ 17264 w 17385"/>
              <a:gd name="p0y2" fmla="*/ 0 h 8445"/>
              <a:gd name="p0x3" fmla="*/ 17385 w 17385"/>
              <a:gd name="p0y3" fmla="*/ 120 h 8445"/>
              <a:gd name="p0x4" fmla="*/ 17385 w 17385"/>
              <a:gd name="p0y4" fmla="*/ 270 h 8445"/>
              <a:gd name="p0x5" fmla="*/ 17385 w 17385"/>
              <a:gd name="p0y5" fmla="*/ 8175 h 8445"/>
              <a:gd name="p0x6" fmla="*/ 17385 w 17385"/>
              <a:gd name="p0y6" fmla="*/ 8324 h 8445"/>
              <a:gd name="p0x7" fmla="*/ 17264 w 17385"/>
              <a:gd name="p0y7" fmla="*/ 8445 h 8445"/>
              <a:gd name="p0x8" fmla="*/ 17115 w 17385"/>
              <a:gd name="p0y8" fmla="*/ 8445 h 8445"/>
              <a:gd name="p0x9" fmla="*/ 270 w 17385"/>
              <a:gd name="p0y9" fmla="*/ 8445 h 8445"/>
              <a:gd name="p0x10" fmla="*/ 120 w 17385"/>
              <a:gd name="p0y10" fmla="*/ 8445 h 8445"/>
              <a:gd name="p0x11" fmla="*/ 0 w 17385"/>
              <a:gd name="p0y11" fmla="*/ 8324 h 8445"/>
              <a:gd name="p0x12" fmla="*/ 0 w 17385"/>
              <a:gd name="p0y12" fmla="*/ 8175 h 8445"/>
              <a:gd name="p0x13" fmla="*/ 0 w 17385"/>
              <a:gd name="p0y13" fmla="*/ 270 h 8445"/>
              <a:gd name="p0x14" fmla="*/ 0 w 17385"/>
              <a:gd name="p0y14" fmla="*/ 120 h 8445"/>
              <a:gd name="p0x15" fmla="*/ 120 w 17385"/>
              <a:gd name="p0y15" fmla="*/ 0 h 8445"/>
              <a:gd name="p0x16" fmla="*/ 270 w 1738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45167"/>
              <a:lumOff val="54833"/>
            </a:schemeClr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3371850" y="1252538"/>
            <a:ext cx="54483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500" b="1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四合一修复流水线</a:t>
            </a:r>
            <a:r>
              <a:rPr lang="en-US" altLang="zh-CN" sz="1500" b="1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去噪</a:t>
            </a:r>
            <a:r>
              <a:rPr lang="en-US" alt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去闪烁</a:t>
            </a:r>
            <a:r>
              <a:rPr lang="en-US" alt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补帧</a:t>
            </a:r>
            <a:r>
              <a:rPr lang="en-US" alt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超分</a:t>
            </a:r>
            <a:r>
              <a:rPr lang="en-US" sz="1500" b="1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1500" b="1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逐级递进</a:t>
            </a:r>
            <a:endParaRPr lang="zh-CN" sz="1500" b="1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737870" y="1766570"/>
            <a:ext cx="2301875" cy="4543425"/>
          </a:xfrm>
          <a:custGeom>
            <a:avLst/>
            <a:gdLst>
              <a:gd name="sw" fmla="*/ 1 w 3624"/>
              <a:gd name="sh" fmla="*/ 1 h 7155"/>
              <a:gd name="mins" fmla="min sw sh"/>
              <a:gd name="dsw" fmla="+- 0 sw mins"/>
              <a:gd name="dsh" fmla="+- 0 sh mins"/>
              <a:gd name="p0x0" fmla="*/ 150 w 3624"/>
              <a:gd name="p0y0" fmla="*/ 0 h 7155"/>
              <a:gd name="p0x1" fmla="*/ 3474 w 3624"/>
              <a:gd name="p0y1" fmla="*/ 0 h 7155"/>
              <a:gd name="p0x2" fmla="*/ 3557 w 3624"/>
              <a:gd name="p0y2" fmla="*/ 0 h 7155"/>
              <a:gd name="p0x3" fmla="*/ 3624 w 3624"/>
              <a:gd name="p0y3" fmla="*/ 67 h 7155"/>
              <a:gd name="p0x4" fmla="*/ 3624 w 3624"/>
              <a:gd name="p0y4" fmla="*/ 150 h 7155"/>
              <a:gd name="p0x5" fmla="*/ 3624 w 3624"/>
              <a:gd name="p0y5" fmla="*/ 7005 h 7155"/>
              <a:gd name="p0x6" fmla="*/ 3624 w 3624"/>
              <a:gd name="p0y6" fmla="*/ 7087 h 7155"/>
              <a:gd name="p0x7" fmla="*/ 3557 w 3624"/>
              <a:gd name="p0y7" fmla="*/ 7155 h 7155"/>
              <a:gd name="p0x8" fmla="*/ 3474 w 3624"/>
              <a:gd name="p0y8" fmla="*/ 7155 h 7155"/>
              <a:gd name="p0x9" fmla="*/ 150 w 3624"/>
              <a:gd name="p0y9" fmla="*/ 7155 h 7155"/>
              <a:gd name="p0x10" fmla="*/ 67 w 3624"/>
              <a:gd name="p0y10" fmla="*/ 7155 h 7155"/>
              <a:gd name="p0x11" fmla="*/ 0 w 3624"/>
              <a:gd name="p0y11" fmla="*/ 7087 h 7155"/>
              <a:gd name="p0x12" fmla="*/ 0 w 3624"/>
              <a:gd name="p0y12" fmla="*/ 7005 h 7155"/>
              <a:gd name="p0x13" fmla="*/ 0 w 3624"/>
              <a:gd name="p0y13" fmla="*/ 150 h 7155"/>
              <a:gd name="p0x14" fmla="*/ 0 w 3624"/>
              <a:gd name="p0y14" fmla="*/ 67 h 7155"/>
              <a:gd name="p0x15" fmla="*/ 67 w 3624"/>
              <a:gd name="p0y15" fmla="*/ 0 h 7155"/>
              <a:gd name="p0x16" fmla="*/ 150 w 3624"/>
              <a:gd name="p0y16" fmla="*/ 0 h 71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4">
                <a:lumMod val="74997"/>
                <a:lumOff val="2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1678940" y="34575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30 w 660"/>
              <a:gd name="p0y0" fmla="*/ 0 h 660"/>
              <a:gd name="p0x1" fmla="*/ 512 w 660"/>
              <a:gd name="p0y1" fmla="*/ 0 h 660"/>
              <a:gd name="p0x2" fmla="*/ 660 w 660"/>
              <a:gd name="p0y2" fmla="*/ 147 h 660"/>
              <a:gd name="p0x3" fmla="*/ 660 w 660"/>
              <a:gd name="p0y3" fmla="*/ 330 h 660"/>
              <a:gd name="p0x4" fmla="*/ 660 w 660"/>
              <a:gd name="p0y4" fmla="*/ 512 h 660"/>
              <a:gd name="p0x5" fmla="*/ 512 w 660"/>
              <a:gd name="p0y5" fmla="*/ 660 h 660"/>
              <a:gd name="p0x6" fmla="*/ 330 w 660"/>
              <a:gd name="p0y6" fmla="*/ 660 h 660"/>
              <a:gd name="p0x7" fmla="*/ 147 w 660"/>
              <a:gd name="p0y7" fmla="*/ 660 h 660"/>
              <a:gd name="p0x8" fmla="*/ 0 w 660"/>
              <a:gd name="p0y8" fmla="*/ 512 h 660"/>
              <a:gd name="p0x9" fmla="*/ 0 w 660"/>
              <a:gd name="p0y9" fmla="*/ 330 h 660"/>
              <a:gd name="p0x10" fmla="*/ 0 w 660"/>
              <a:gd name="p0y10" fmla="*/ 147 h 660"/>
              <a:gd name="p0x11" fmla="*/ 147 w 660"/>
              <a:gd name="p0y11" fmla="*/ 0 h 660"/>
              <a:gd name="p0x12" fmla="*/ 330 w 660"/>
              <a:gd name="p0y12" fmla="*/ 0 h 6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703337" y="3517106"/>
            <a:ext cx="371256" cy="3000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1546031" y="3937635"/>
            <a:ext cx="685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去噪</a:t>
            </a:r>
            <a:endParaRPr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031748" y="4300538"/>
            <a:ext cx="1714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</a:rPr>
              <a:t>消除老旧胶片噪点</a:t>
            </a:r>
            <a:endParaRPr sz="15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3235080" y="3836194"/>
            <a:ext cx="417319" cy="4048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sz="24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0"/>
            </p:custDataLst>
          </p:nvPr>
        </p:nvSpPr>
        <p:spPr>
          <a:xfrm>
            <a:off x="3542665" y="1766570"/>
            <a:ext cx="2301240" cy="4543425"/>
          </a:xfrm>
          <a:custGeom>
            <a:avLst/>
            <a:gdLst>
              <a:gd name="sw" fmla="*/ 1 w 3624"/>
              <a:gd name="sh" fmla="*/ 1 h 7155"/>
              <a:gd name="mins" fmla="min sw sh"/>
              <a:gd name="dsw" fmla="+- 0 sw mins"/>
              <a:gd name="dsh" fmla="+- 0 sh mins"/>
              <a:gd name="p0x0" fmla="*/ 150 w 3624"/>
              <a:gd name="p0y0" fmla="*/ 0 h 7155"/>
              <a:gd name="p0x1" fmla="*/ 3474 w 3624"/>
              <a:gd name="p0y1" fmla="*/ 0 h 7155"/>
              <a:gd name="p0x2" fmla="*/ 3557 w 3624"/>
              <a:gd name="p0y2" fmla="*/ 0 h 7155"/>
              <a:gd name="p0x3" fmla="*/ 3624 w 3624"/>
              <a:gd name="p0y3" fmla="*/ 67 h 7155"/>
              <a:gd name="p0x4" fmla="*/ 3624 w 3624"/>
              <a:gd name="p0y4" fmla="*/ 150 h 7155"/>
              <a:gd name="p0x5" fmla="*/ 3624 w 3624"/>
              <a:gd name="p0y5" fmla="*/ 7005 h 7155"/>
              <a:gd name="p0x6" fmla="*/ 3624 w 3624"/>
              <a:gd name="p0y6" fmla="*/ 7087 h 7155"/>
              <a:gd name="p0x7" fmla="*/ 3557 w 3624"/>
              <a:gd name="p0y7" fmla="*/ 7155 h 7155"/>
              <a:gd name="p0x8" fmla="*/ 3474 w 3624"/>
              <a:gd name="p0y8" fmla="*/ 7155 h 7155"/>
              <a:gd name="p0x9" fmla="*/ 150 w 3624"/>
              <a:gd name="p0y9" fmla="*/ 7155 h 7155"/>
              <a:gd name="p0x10" fmla="*/ 67 w 3624"/>
              <a:gd name="p0y10" fmla="*/ 7155 h 7155"/>
              <a:gd name="p0x11" fmla="*/ 0 w 3624"/>
              <a:gd name="p0y11" fmla="*/ 7087 h 7155"/>
              <a:gd name="p0x12" fmla="*/ 0 w 3624"/>
              <a:gd name="p0y12" fmla="*/ 7005 h 7155"/>
              <a:gd name="p0x13" fmla="*/ 0 w 3624"/>
              <a:gd name="p0y13" fmla="*/ 150 h 7155"/>
              <a:gd name="p0x14" fmla="*/ 0 w 3624"/>
              <a:gd name="p0y14" fmla="*/ 67 h 7155"/>
              <a:gd name="p0x15" fmla="*/ 67 w 3624"/>
              <a:gd name="p0y15" fmla="*/ 0 h 7155"/>
              <a:gd name="p0x16" fmla="*/ 150 w 3624"/>
              <a:gd name="p0y16" fmla="*/ 0 h 71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4">
                <a:lumMod val="74997"/>
                <a:lumOff val="2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4483735" y="34575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30 w 660"/>
              <a:gd name="p0y0" fmla="*/ 0 h 660"/>
              <a:gd name="p0x1" fmla="*/ 512 w 660"/>
              <a:gd name="p0y1" fmla="*/ 0 h 660"/>
              <a:gd name="p0x2" fmla="*/ 660 w 660"/>
              <a:gd name="p0y2" fmla="*/ 147 h 660"/>
              <a:gd name="p0x3" fmla="*/ 660 w 660"/>
              <a:gd name="p0y3" fmla="*/ 330 h 660"/>
              <a:gd name="p0x4" fmla="*/ 660 w 660"/>
              <a:gd name="p0y4" fmla="*/ 512 h 660"/>
              <a:gd name="p0x5" fmla="*/ 512 w 660"/>
              <a:gd name="p0y5" fmla="*/ 660 h 660"/>
              <a:gd name="p0x6" fmla="*/ 330 w 660"/>
              <a:gd name="p0y6" fmla="*/ 660 h 660"/>
              <a:gd name="p0x7" fmla="*/ 147 w 660"/>
              <a:gd name="p0y7" fmla="*/ 660 h 660"/>
              <a:gd name="p0x8" fmla="*/ 0 w 660"/>
              <a:gd name="p0y8" fmla="*/ 512 h 660"/>
              <a:gd name="p0x9" fmla="*/ 0 w 660"/>
              <a:gd name="p0y9" fmla="*/ 330 h 660"/>
              <a:gd name="p0x10" fmla="*/ 0 w 660"/>
              <a:gd name="p0y10" fmla="*/ 147 h 660"/>
              <a:gd name="p0x11" fmla="*/ 147 w 660"/>
              <a:gd name="p0y11" fmla="*/ 0 h 660"/>
              <a:gd name="p0x12" fmla="*/ 330 w 660"/>
              <a:gd name="p0y12" fmla="*/ 0 h 6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4508002" y="3517106"/>
            <a:ext cx="371256" cy="3000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4236396" y="3937635"/>
            <a:ext cx="9144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去闪烁</a:t>
            </a:r>
            <a:endParaRPr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4026913" y="4300538"/>
            <a:ext cx="133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</a:rPr>
              <a:t>稳定画面亮度</a:t>
            </a:r>
            <a:endParaRPr sz="15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6039745" y="3836194"/>
            <a:ext cx="417319" cy="4048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sz="24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6"/>
            </p:custDataLst>
          </p:nvPr>
        </p:nvSpPr>
        <p:spPr>
          <a:xfrm>
            <a:off x="6347460" y="1766570"/>
            <a:ext cx="2301240" cy="4543425"/>
          </a:xfrm>
          <a:custGeom>
            <a:avLst/>
            <a:gdLst>
              <a:gd name="sw" fmla="*/ 1 w 3624"/>
              <a:gd name="sh" fmla="*/ 1 h 7155"/>
              <a:gd name="mins" fmla="min sw sh"/>
              <a:gd name="dsw" fmla="+- 0 sw mins"/>
              <a:gd name="dsh" fmla="+- 0 sh mins"/>
              <a:gd name="p0x0" fmla="*/ 150 w 3624"/>
              <a:gd name="p0y0" fmla="*/ 0 h 7155"/>
              <a:gd name="p0x1" fmla="*/ 3474 w 3624"/>
              <a:gd name="p0y1" fmla="*/ 0 h 7155"/>
              <a:gd name="p0x2" fmla="*/ 3557 w 3624"/>
              <a:gd name="p0y2" fmla="*/ 0 h 7155"/>
              <a:gd name="p0x3" fmla="*/ 3624 w 3624"/>
              <a:gd name="p0y3" fmla="*/ 67 h 7155"/>
              <a:gd name="p0x4" fmla="*/ 3624 w 3624"/>
              <a:gd name="p0y4" fmla="*/ 150 h 7155"/>
              <a:gd name="p0x5" fmla="*/ 3624 w 3624"/>
              <a:gd name="p0y5" fmla="*/ 7005 h 7155"/>
              <a:gd name="p0x6" fmla="*/ 3624 w 3624"/>
              <a:gd name="p0y6" fmla="*/ 7087 h 7155"/>
              <a:gd name="p0x7" fmla="*/ 3557 w 3624"/>
              <a:gd name="p0y7" fmla="*/ 7155 h 7155"/>
              <a:gd name="p0x8" fmla="*/ 3474 w 3624"/>
              <a:gd name="p0y8" fmla="*/ 7155 h 7155"/>
              <a:gd name="p0x9" fmla="*/ 150 w 3624"/>
              <a:gd name="p0y9" fmla="*/ 7155 h 7155"/>
              <a:gd name="p0x10" fmla="*/ 67 w 3624"/>
              <a:gd name="p0y10" fmla="*/ 7155 h 7155"/>
              <a:gd name="p0x11" fmla="*/ 0 w 3624"/>
              <a:gd name="p0y11" fmla="*/ 7087 h 7155"/>
              <a:gd name="p0x12" fmla="*/ 0 w 3624"/>
              <a:gd name="p0y12" fmla="*/ 7005 h 7155"/>
              <a:gd name="p0x13" fmla="*/ 0 w 3624"/>
              <a:gd name="p0y13" fmla="*/ 150 h 7155"/>
              <a:gd name="p0x14" fmla="*/ 0 w 3624"/>
              <a:gd name="p0y14" fmla="*/ 67 h 7155"/>
              <a:gd name="p0x15" fmla="*/ 67 w 3624"/>
              <a:gd name="p0y15" fmla="*/ 0 h 7155"/>
              <a:gd name="p0x16" fmla="*/ 150 w 3624"/>
              <a:gd name="p0y16" fmla="*/ 0 h 71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4">
                <a:lumMod val="74997"/>
                <a:lumOff val="2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7"/>
            </p:custDataLst>
          </p:nvPr>
        </p:nvSpPr>
        <p:spPr>
          <a:xfrm>
            <a:off x="7288530" y="34575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30 w 660"/>
              <a:gd name="p0y0" fmla="*/ 0 h 660"/>
              <a:gd name="p0x1" fmla="*/ 512 w 660"/>
              <a:gd name="p0y1" fmla="*/ 0 h 660"/>
              <a:gd name="p0x2" fmla="*/ 660 w 660"/>
              <a:gd name="p0y2" fmla="*/ 147 h 660"/>
              <a:gd name="p0x3" fmla="*/ 660 w 660"/>
              <a:gd name="p0y3" fmla="*/ 330 h 660"/>
              <a:gd name="p0x4" fmla="*/ 660 w 660"/>
              <a:gd name="p0y4" fmla="*/ 512 h 660"/>
              <a:gd name="p0x5" fmla="*/ 512 w 660"/>
              <a:gd name="p0y5" fmla="*/ 660 h 660"/>
              <a:gd name="p0x6" fmla="*/ 330 w 660"/>
              <a:gd name="p0y6" fmla="*/ 660 h 660"/>
              <a:gd name="p0x7" fmla="*/ 147 w 660"/>
              <a:gd name="p0y7" fmla="*/ 660 h 660"/>
              <a:gd name="p0x8" fmla="*/ 0 w 660"/>
              <a:gd name="p0y8" fmla="*/ 512 h 660"/>
              <a:gd name="p0x9" fmla="*/ 0 w 660"/>
              <a:gd name="p0y9" fmla="*/ 330 h 660"/>
              <a:gd name="p0x10" fmla="*/ 0 w 660"/>
              <a:gd name="p0y10" fmla="*/ 147 h 660"/>
              <a:gd name="p0x11" fmla="*/ 147 w 660"/>
              <a:gd name="p0y11" fmla="*/ 0 h 660"/>
              <a:gd name="p0x12" fmla="*/ 330 w 660"/>
              <a:gd name="p0y12" fmla="*/ 0 h 6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7312666" y="3517106"/>
            <a:ext cx="371256" cy="3000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7155361" y="3937635"/>
            <a:ext cx="685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补帧</a:t>
            </a:r>
            <a:endParaRPr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0"/>
            </p:custDataLst>
          </p:nvPr>
        </p:nvSpPr>
        <p:spPr>
          <a:xfrm>
            <a:off x="6539132" y="4300538"/>
            <a:ext cx="1918392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提升流畅度至</a:t>
            </a:r>
            <a:r>
              <a:rPr lang="en-US" altLang="zh-CN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60fps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1"/>
            </p:custDataLst>
          </p:nvPr>
        </p:nvSpPr>
        <p:spPr>
          <a:xfrm>
            <a:off x="8844411" y="3836194"/>
            <a:ext cx="417318" cy="4048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sz="24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2"/>
            </p:custDataLst>
          </p:nvPr>
        </p:nvSpPr>
        <p:spPr>
          <a:xfrm>
            <a:off x="9151620" y="1766570"/>
            <a:ext cx="2301875" cy="4543425"/>
          </a:xfrm>
          <a:custGeom>
            <a:avLst/>
            <a:gdLst>
              <a:gd name="sw" fmla="*/ 1 w 3624"/>
              <a:gd name="sh" fmla="*/ 1 h 7155"/>
              <a:gd name="mins" fmla="min sw sh"/>
              <a:gd name="dsw" fmla="+- 0 sw mins"/>
              <a:gd name="dsh" fmla="+- 0 sh mins"/>
              <a:gd name="p0x0" fmla="*/ 150 w 3624"/>
              <a:gd name="p0y0" fmla="*/ 0 h 7155"/>
              <a:gd name="p0x1" fmla="*/ 3474 w 3624"/>
              <a:gd name="p0y1" fmla="*/ 0 h 7155"/>
              <a:gd name="p0x2" fmla="*/ 3557 w 3624"/>
              <a:gd name="p0y2" fmla="*/ 0 h 7155"/>
              <a:gd name="p0x3" fmla="*/ 3624 w 3624"/>
              <a:gd name="p0y3" fmla="*/ 67 h 7155"/>
              <a:gd name="p0x4" fmla="*/ 3624 w 3624"/>
              <a:gd name="p0y4" fmla="*/ 150 h 7155"/>
              <a:gd name="p0x5" fmla="*/ 3624 w 3624"/>
              <a:gd name="p0y5" fmla="*/ 7005 h 7155"/>
              <a:gd name="p0x6" fmla="*/ 3624 w 3624"/>
              <a:gd name="p0y6" fmla="*/ 7087 h 7155"/>
              <a:gd name="p0x7" fmla="*/ 3557 w 3624"/>
              <a:gd name="p0y7" fmla="*/ 7155 h 7155"/>
              <a:gd name="p0x8" fmla="*/ 3474 w 3624"/>
              <a:gd name="p0y8" fmla="*/ 7155 h 7155"/>
              <a:gd name="p0x9" fmla="*/ 150 w 3624"/>
              <a:gd name="p0y9" fmla="*/ 7155 h 7155"/>
              <a:gd name="p0x10" fmla="*/ 67 w 3624"/>
              <a:gd name="p0y10" fmla="*/ 7155 h 7155"/>
              <a:gd name="p0x11" fmla="*/ 0 w 3624"/>
              <a:gd name="p0y11" fmla="*/ 7087 h 7155"/>
              <a:gd name="p0x12" fmla="*/ 0 w 3624"/>
              <a:gd name="p0y12" fmla="*/ 7005 h 7155"/>
              <a:gd name="p0x13" fmla="*/ 0 w 3624"/>
              <a:gd name="p0y13" fmla="*/ 150 h 7155"/>
              <a:gd name="p0x14" fmla="*/ 0 w 3624"/>
              <a:gd name="p0y14" fmla="*/ 67 h 7155"/>
              <a:gd name="p0x15" fmla="*/ 67 w 3624"/>
              <a:gd name="p0y15" fmla="*/ 0 h 7155"/>
              <a:gd name="p0x16" fmla="*/ 150 w 3624"/>
              <a:gd name="p0y16" fmla="*/ 0 h 71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23"/>
            </p:custDataLst>
          </p:nvPr>
        </p:nvSpPr>
        <p:spPr>
          <a:xfrm>
            <a:off x="10093325" y="324294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30 w 660"/>
              <a:gd name="p0y0" fmla="*/ 0 h 660"/>
              <a:gd name="p0x1" fmla="*/ 512 w 660"/>
              <a:gd name="p0y1" fmla="*/ 0 h 660"/>
              <a:gd name="p0x2" fmla="*/ 660 w 660"/>
              <a:gd name="p0y2" fmla="*/ 147 h 660"/>
              <a:gd name="p0x3" fmla="*/ 660 w 660"/>
              <a:gd name="p0y3" fmla="*/ 330 h 660"/>
              <a:gd name="p0x4" fmla="*/ 660 w 660"/>
              <a:gd name="p0y4" fmla="*/ 512 h 660"/>
              <a:gd name="p0x5" fmla="*/ 512 w 660"/>
              <a:gd name="p0y5" fmla="*/ 660 h 660"/>
              <a:gd name="p0x6" fmla="*/ 330 w 660"/>
              <a:gd name="p0y6" fmla="*/ 660 h 660"/>
              <a:gd name="p0x7" fmla="*/ 147 w 660"/>
              <a:gd name="p0y7" fmla="*/ 660 h 660"/>
              <a:gd name="p0x8" fmla="*/ 0 w 660"/>
              <a:gd name="p0y8" fmla="*/ 512 h 660"/>
              <a:gd name="p0x9" fmla="*/ 0 w 660"/>
              <a:gd name="p0y9" fmla="*/ 330 h 660"/>
              <a:gd name="p0x10" fmla="*/ 0 w 660"/>
              <a:gd name="p0y10" fmla="*/ 147 h 660"/>
              <a:gd name="p0x11" fmla="*/ 147 w 660"/>
              <a:gd name="p0y11" fmla="*/ 0 h 660"/>
              <a:gd name="p0x12" fmla="*/ 330 w 660"/>
              <a:gd name="p0y12" fmla="*/ 0 h 6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4"/>
            </p:custDataLst>
          </p:nvPr>
        </p:nvSpPr>
        <p:spPr>
          <a:xfrm>
            <a:off x="10117331" y="3302794"/>
            <a:ext cx="371256" cy="3000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5"/>
            </p:custDataLst>
          </p:nvPr>
        </p:nvSpPr>
        <p:spPr>
          <a:xfrm>
            <a:off x="9960026" y="3723322"/>
            <a:ext cx="685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chemeClr val="accent1">
                    <a:lumMod val="49411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超分</a:t>
            </a:r>
            <a:endParaRPr b="1">
              <a:solidFill>
                <a:schemeClr val="accent1">
                  <a:lumMod val="49411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6"/>
            </p:custDataLst>
          </p:nvPr>
        </p:nvSpPr>
        <p:spPr>
          <a:xfrm>
            <a:off x="9481242" y="4086225"/>
            <a:ext cx="164351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500">
                <a:solidFill>
                  <a:schemeClr val="accent1">
                    <a:lumMod val="49411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分辨率提升至</a:t>
            </a:r>
            <a:r>
              <a:rPr lang="en-US" altLang="zh-CN" sz="1500">
                <a:solidFill>
                  <a:schemeClr val="accent1">
                    <a:lumMod val="49411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chemeClr val="accent1">
                    <a:lumMod val="49411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4K</a:t>
            </a:r>
            <a:endParaRPr sz="1500" b="1">
              <a:solidFill>
                <a:schemeClr val="accent1">
                  <a:lumMod val="49411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7"/>
            </p:custDataLst>
          </p:nvPr>
        </p:nvSpPr>
        <p:spPr>
          <a:xfrm>
            <a:off x="9803765" y="4557395"/>
            <a:ext cx="570865" cy="276225"/>
          </a:xfrm>
          <a:custGeom>
            <a:avLst/>
            <a:gdLst>
              <a:gd name="sw" fmla="*/ 1 w 898"/>
              <a:gd name="sh" fmla="*/ 1 h 435"/>
              <a:gd name="mins" fmla="min sw sh"/>
              <a:gd name="dsw" fmla="+- 0 sw mins"/>
              <a:gd name="dsh" fmla="+- 0 sh mins"/>
              <a:gd name="p0x0" fmla="*/ 217 w 898"/>
              <a:gd name="p0y0" fmla="*/ 0 h 435"/>
              <a:gd name="p0x1" fmla="*/ 681 w 898"/>
              <a:gd name="p0y1" fmla="*/ 0 h 435"/>
              <a:gd name="p0x2" fmla="*/ 801 w 898"/>
              <a:gd name="p0y2" fmla="*/ 0 h 435"/>
              <a:gd name="p0x3" fmla="*/ 898 w 898"/>
              <a:gd name="p0y3" fmla="*/ 97 h 435"/>
              <a:gd name="p0x4" fmla="*/ 898 w 898"/>
              <a:gd name="p0y4" fmla="*/ 217 h 435"/>
              <a:gd name="p0x5" fmla="*/ 898 w 898"/>
              <a:gd name="p0y5" fmla="*/ 337 h 435"/>
              <a:gd name="p0x6" fmla="*/ 801 w 898"/>
              <a:gd name="p0y6" fmla="*/ 435 h 435"/>
              <a:gd name="p0x7" fmla="*/ 681 w 898"/>
              <a:gd name="p0y7" fmla="*/ 435 h 435"/>
              <a:gd name="p0x8" fmla="*/ 217 w 898"/>
              <a:gd name="p0y8" fmla="*/ 435 h 435"/>
              <a:gd name="p0x9" fmla="*/ 97 w 898"/>
              <a:gd name="p0y9" fmla="*/ 435 h 435"/>
              <a:gd name="p0x10" fmla="*/ 0 w 898"/>
              <a:gd name="p0y10" fmla="*/ 337 h 435"/>
              <a:gd name="p0x11" fmla="*/ 0 w 898"/>
              <a:gd name="p0y11" fmla="*/ 217 h 435"/>
              <a:gd name="p0x12" fmla="*/ 0 w 898"/>
              <a:gd name="p0y12" fmla="*/ 97 h 435"/>
              <a:gd name="p0x13" fmla="*/ 97 w 898"/>
              <a:gd name="p0y13" fmla="*/ 0 h 435"/>
              <a:gd name="p0x14" fmla="*/ 217 w 898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8"/>
            </p:custDataLst>
          </p:nvPr>
        </p:nvSpPr>
        <p:spPr>
          <a:xfrm>
            <a:off x="9804054" y="4595813"/>
            <a:ext cx="57075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60fps</a:t>
            </a:r>
            <a:endParaRPr sz="1200"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29"/>
            </p:custDataLst>
          </p:nvPr>
        </p:nvSpPr>
        <p:spPr>
          <a:xfrm>
            <a:off x="10450830" y="4557395"/>
            <a:ext cx="350520" cy="276225"/>
          </a:xfrm>
          <a:custGeom>
            <a:avLst/>
            <a:gdLst>
              <a:gd name="sw" fmla="*/ 1 w 552"/>
              <a:gd name="sh" fmla="*/ 1 h 435"/>
              <a:gd name="mins" fmla="min sw sh"/>
              <a:gd name="dsw" fmla="+- 0 sw mins"/>
              <a:gd name="dsh" fmla="+- 0 sh mins"/>
              <a:gd name="p0x0" fmla="*/ 217 w 552"/>
              <a:gd name="p0y0" fmla="*/ 0 h 435"/>
              <a:gd name="p0x1" fmla="*/ 335 w 552"/>
              <a:gd name="p0y1" fmla="*/ 0 h 435"/>
              <a:gd name="p0x2" fmla="*/ 455 w 552"/>
              <a:gd name="p0y2" fmla="*/ 0 h 435"/>
              <a:gd name="p0x3" fmla="*/ 552 w 552"/>
              <a:gd name="p0y3" fmla="*/ 97 h 435"/>
              <a:gd name="p0x4" fmla="*/ 552 w 552"/>
              <a:gd name="p0y4" fmla="*/ 217 h 435"/>
              <a:gd name="p0x5" fmla="*/ 552 w 552"/>
              <a:gd name="p0y5" fmla="*/ 337 h 435"/>
              <a:gd name="p0x6" fmla="*/ 455 w 552"/>
              <a:gd name="p0y6" fmla="*/ 435 h 435"/>
              <a:gd name="p0x7" fmla="*/ 335 w 552"/>
              <a:gd name="p0y7" fmla="*/ 435 h 435"/>
              <a:gd name="p0x8" fmla="*/ 217 w 552"/>
              <a:gd name="p0y8" fmla="*/ 435 h 435"/>
              <a:gd name="p0x9" fmla="*/ 97 w 552"/>
              <a:gd name="p0y9" fmla="*/ 435 h 435"/>
              <a:gd name="p0x10" fmla="*/ 0 w 552"/>
              <a:gd name="p0y10" fmla="*/ 337 h 435"/>
              <a:gd name="p0x11" fmla="*/ 0 w 552"/>
              <a:gd name="p0y11" fmla="*/ 217 h 435"/>
              <a:gd name="p0x12" fmla="*/ 0 w 552"/>
              <a:gd name="p0y12" fmla="*/ 97 h 435"/>
              <a:gd name="p0x13" fmla="*/ 97 w 552"/>
              <a:gd name="p0y13" fmla="*/ 0 h 435"/>
              <a:gd name="p0x14" fmla="*/ 217 w 552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0"/>
            </p:custDataLst>
          </p:nvPr>
        </p:nvSpPr>
        <p:spPr>
          <a:xfrm>
            <a:off x="10451011" y="4595813"/>
            <a:ext cx="350863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4K</a:t>
            </a:r>
            <a:endParaRPr sz="1200"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大模型赋能六大功能</a:t>
            </a:r>
            <a:endParaRPr sz="3000" b="1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571500" y="1104900"/>
          <a:ext cx="11049007" cy="5372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8251"/>
                <a:gridCol w="4176045"/>
                <a:gridCol w="4094711"/>
              </a:tblGrid>
              <a:tr h="518144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功能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71371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大模型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71371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作用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71371"/>
                      </a:schemeClr>
                    </a:solidFill>
                  </a:tcPr>
                </a:tc>
              </a:tr>
              <a:tr h="808955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自然语言对话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MinMax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意图理解、参数提取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08955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智能配乐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MinMax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情绪识别、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BGM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匹配</a:t>
                      </a:r>
                      <a:endParaRPr lang="zh-CN" altLang="en-US"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</a:tr>
              <a:tr h="808955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视频摘要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MinMax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内容总结生成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08955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内容分析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MinMax-M3</a:t>
                      </a:r>
                      <a:endParaRPr sz="1500" b="1" spc="-15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场景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情绪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标签</a:t>
                      </a:r>
                      <a:endParaRPr lang="zh-CN" altLang="en-US"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</a:tr>
              <a:tr h="808955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去口癖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MinMax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语气词智能识别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09178"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TTS</a:t>
                      </a:r>
                      <a:r>
                        <a:rPr 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配音</a:t>
                      </a:r>
                      <a:endParaRPr lang="zh-CN"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MinMax / Edge-TTS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文字转语音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</a:t>
            </a:r>
            <a:r>
              <a:rPr lang="zh-CN" sz="3000" b="1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加速效率提升显著</a:t>
            </a:r>
            <a:endParaRPr lang="zh-CN" sz="3000" b="1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5372100"/>
          </a:xfrm>
          <a:custGeom>
            <a:avLst/>
            <a:gdLst>
              <a:gd name="sw" fmla="*/ 1 w 17400"/>
              <a:gd name="sh" fmla="*/ 1 h 8460"/>
              <a:gd name="mins" fmla="min sw sh"/>
              <a:gd name="dsw" fmla="+- 0 sw mins"/>
              <a:gd name="dsh" fmla="+- 0 sh mins"/>
              <a:gd name="p0x0" fmla="*/ 270 w 17400"/>
              <a:gd name="p0y0" fmla="*/ 0 h 8460"/>
              <a:gd name="p0x1" fmla="*/ 17130 w 17400"/>
              <a:gd name="p0y1" fmla="*/ 0 h 8460"/>
              <a:gd name="p0x2" fmla="*/ 17279 w 17400"/>
              <a:gd name="p0y2" fmla="*/ 0 h 8460"/>
              <a:gd name="p0x3" fmla="*/ 17400 w 17400"/>
              <a:gd name="p0y3" fmla="*/ 120 h 8460"/>
              <a:gd name="p0x4" fmla="*/ 17400 w 17400"/>
              <a:gd name="p0y4" fmla="*/ 270 h 8460"/>
              <a:gd name="p0x5" fmla="*/ 17400 w 17400"/>
              <a:gd name="p0y5" fmla="*/ 8190 h 8460"/>
              <a:gd name="p0x6" fmla="*/ 17400 w 17400"/>
              <a:gd name="p0y6" fmla="*/ 8339 h 8460"/>
              <a:gd name="p0x7" fmla="*/ 17279 w 17400"/>
              <a:gd name="p0y7" fmla="*/ 8460 h 8460"/>
              <a:gd name="p0x8" fmla="*/ 17130 w 17400"/>
              <a:gd name="p0y8" fmla="*/ 8460 h 8460"/>
              <a:gd name="p0x9" fmla="*/ 270 w 17400"/>
              <a:gd name="p0y9" fmla="*/ 8460 h 8460"/>
              <a:gd name="p0x10" fmla="*/ 120 w 17400"/>
              <a:gd name="p0y10" fmla="*/ 8460 h 8460"/>
              <a:gd name="p0x11" fmla="*/ 0 w 17400"/>
              <a:gd name="p0y11" fmla="*/ 8339 h 8460"/>
              <a:gd name="p0x12" fmla="*/ 0 w 17400"/>
              <a:gd name="p0y12" fmla="*/ 8190 h 8460"/>
              <a:gd name="p0x13" fmla="*/ 0 w 17400"/>
              <a:gd name="p0y13" fmla="*/ 270 h 8460"/>
              <a:gd name="p0x14" fmla="*/ 0 w 17400"/>
              <a:gd name="p0y14" fmla="*/ 120 h 8460"/>
              <a:gd name="p0x15" fmla="*/ 120 w 17400"/>
              <a:gd name="p0y15" fmla="*/ 0 h 8460"/>
              <a:gd name="p0x16" fmla="*/ 270 w 17400"/>
              <a:gd name="p0y16" fmla="*/ 0 h 84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762000" y="1743075"/>
            <a:ext cx="10668000" cy="9525"/>
          </a:xfrm>
          <a:prstGeom prst="rect">
            <a:avLst/>
          </a:prstGeom>
          <a:solidFill>
            <a:schemeClr val="accent4">
              <a:lumMod val="50712"/>
              <a:lumOff val="4928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762000" y="1279207"/>
            <a:ext cx="10668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 </a:t>
            </a:r>
            <a:r>
              <a:rPr lang="zh-CN"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加速效率提升对比</a:t>
            </a:r>
            <a:endParaRPr lang="zh-CN" sz="2100" b="1" spc="42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5"/>
            </p:custDataLst>
          </p:nvPr>
        </p:nvGraphicFramePr>
        <p:xfrm>
          <a:off x="771525" y="1914525"/>
          <a:ext cx="10658483" cy="4371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4864"/>
                <a:gridCol w="2557986"/>
                <a:gridCol w="2557986"/>
                <a:gridCol w="3197647"/>
              </a:tblGrid>
              <a:tr h="527669">
                <a:tc>
                  <a:txBody>
                    <a:bodyPr wrap="square"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功能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CPU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GPU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r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提升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961053">
                <a:tc>
                  <a:txBody>
                    <a:bodyPr wrap="square"/>
                    <a:p>
                      <a:pPr algn="ctr"/>
                      <a:r>
                        <a:rPr lang="en-US" sz="1500" b="1">
                          <a:solidFill>
                            <a:srgbClr val="6B38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YOLO</a:t>
                      </a:r>
                      <a:r>
                        <a:rPr lang="zh-CN" sz="1500" b="1">
                          <a:solidFill>
                            <a:srgbClr val="6B38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智能裁剪</a:t>
                      </a:r>
                      <a:endParaRPr lang="zh-CN" sz="1500" b="1">
                        <a:solidFill>
                          <a:srgbClr val="6B382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~200ms/</a:t>
                      </a:r>
                      <a:r>
                        <a:rPr 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帧</a:t>
                      </a:r>
                      <a:endParaRPr lang="zh-CN"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~10ms/</a:t>
                      </a:r>
                      <a:r>
                        <a:rPr lang="zh-CN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帧</a:t>
                      </a:r>
                      <a:endParaRPr lang="zh-CN"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r"/>
                      <a:r>
                        <a:rPr 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</a:t>
                      </a:r>
                      <a:r>
                        <a:rPr lang="zh-CN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倍</a:t>
                      </a:r>
                      <a:endParaRPr lang="zh-CN"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1053"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6B38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老视频补帧</a:t>
                      </a:r>
                      <a:endParaRPr sz="1500" b="1">
                        <a:solidFill>
                          <a:srgbClr val="6B38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慢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光流法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r"/>
                      <a:r>
                        <a:rPr 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  <a:r>
                        <a:rPr lang="zh-CN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倍</a:t>
                      </a:r>
                      <a:endParaRPr lang="zh-CN"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1053"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6B38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超分辨率</a:t>
                      </a:r>
                      <a:endParaRPr sz="1500" b="1">
                        <a:solidFill>
                          <a:srgbClr val="6B38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很长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实时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r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实时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1129"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6B38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内容分析</a:t>
                      </a:r>
                      <a:endParaRPr sz="1500" b="1">
                        <a:solidFill>
                          <a:srgbClr val="6B38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逐帧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批量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r"/>
                      <a:r>
                        <a:rPr 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5-10</a:t>
                      </a:r>
                      <a:r>
                        <a:rPr lang="zh-CN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倍</a:t>
                      </a:r>
                      <a:endParaRPr lang="zh-CN"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六大技术亮点构筑壁垒</a:t>
            </a:r>
            <a:endParaRPr sz="3000" b="1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5400675" cy="2562225"/>
          </a:xfrm>
          <a:custGeom>
            <a:avLst/>
            <a:gdLst>
              <a:gd name="sw" fmla="*/ 1 w 8505"/>
              <a:gd name="sh" fmla="*/ 1 h 4035"/>
              <a:gd name="mins" fmla="min sw sh"/>
              <a:gd name="dsw" fmla="+- 0 sw mins"/>
              <a:gd name="dsh" fmla="+- 0 sh mins"/>
              <a:gd name="p0x0" fmla="*/ 150 w 8505"/>
              <a:gd name="p0y0" fmla="*/ 0 h 4035"/>
              <a:gd name="p0x1" fmla="*/ 8355 w 8505"/>
              <a:gd name="p0y1" fmla="*/ 0 h 4035"/>
              <a:gd name="p0x2" fmla="*/ 8437 w 8505"/>
              <a:gd name="p0y2" fmla="*/ 0 h 4035"/>
              <a:gd name="p0x3" fmla="*/ 8505 w 8505"/>
              <a:gd name="p0y3" fmla="*/ 67 h 4035"/>
              <a:gd name="p0x4" fmla="*/ 8505 w 8505"/>
              <a:gd name="p0y4" fmla="*/ 150 h 4035"/>
              <a:gd name="p0x5" fmla="*/ 8505 w 8505"/>
              <a:gd name="p0y5" fmla="*/ 3885 h 4035"/>
              <a:gd name="p0x6" fmla="*/ 8505 w 8505"/>
              <a:gd name="p0y6" fmla="*/ 3967 h 4035"/>
              <a:gd name="p0x7" fmla="*/ 8437 w 8505"/>
              <a:gd name="p0y7" fmla="*/ 4035 h 4035"/>
              <a:gd name="p0x8" fmla="*/ 8355 w 8505"/>
              <a:gd name="p0y8" fmla="*/ 4035 h 4035"/>
              <a:gd name="p0x9" fmla="*/ 150 w 8505"/>
              <a:gd name="p0y9" fmla="*/ 4035 h 4035"/>
              <a:gd name="p0x10" fmla="*/ 67 w 8505"/>
              <a:gd name="p0y10" fmla="*/ 4035 h 4035"/>
              <a:gd name="p0x11" fmla="*/ 0 w 8505"/>
              <a:gd name="p0y11" fmla="*/ 3967 h 4035"/>
              <a:gd name="p0x12" fmla="*/ 0 w 8505"/>
              <a:gd name="p0y12" fmla="*/ 3885 h 4035"/>
              <a:gd name="p0x13" fmla="*/ 0 w 8505"/>
              <a:gd name="p0y13" fmla="*/ 150 h 4035"/>
              <a:gd name="p0x14" fmla="*/ 0 w 8505"/>
              <a:gd name="p0y14" fmla="*/ 67 h 4035"/>
              <a:gd name="p0x15" fmla="*/ 67 w 8505"/>
              <a:gd name="p0y15" fmla="*/ 0 h 4035"/>
              <a:gd name="p0x16" fmla="*/ 150 w 8505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3"/>
            </p:custDataLst>
          </p:nvPr>
        </p:nvSpPr>
        <p:spPr>
          <a:xfrm>
            <a:off x="809625" y="14192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60 w 780"/>
              <a:gd name="p0y0" fmla="*/ 0 h 780"/>
              <a:gd name="p0x1" fmla="*/ 720 w 780"/>
              <a:gd name="p0y1" fmla="*/ 0 h 780"/>
              <a:gd name="p0x2" fmla="*/ 753 w 780"/>
              <a:gd name="p0y2" fmla="*/ 0 h 780"/>
              <a:gd name="p0x3" fmla="*/ 780 w 780"/>
              <a:gd name="p0y3" fmla="*/ 26 h 780"/>
              <a:gd name="p0x4" fmla="*/ 780 w 780"/>
              <a:gd name="p0y4" fmla="*/ 60 h 780"/>
              <a:gd name="p0x5" fmla="*/ 780 w 780"/>
              <a:gd name="p0y5" fmla="*/ 720 h 780"/>
              <a:gd name="p0x6" fmla="*/ 780 w 780"/>
              <a:gd name="p0y6" fmla="*/ 753 h 780"/>
              <a:gd name="p0x7" fmla="*/ 753 w 780"/>
              <a:gd name="p0y7" fmla="*/ 780 h 780"/>
              <a:gd name="p0x8" fmla="*/ 720 w 780"/>
              <a:gd name="p0y8" fmla="*/ 780 h 780"/>
              <a:gd name="p0x9" fmla="*/ 60 w 780"/>
              <a:gd name="p0y9" fmla="*/ 780 h 780"/>
              <a:gd name="p0x10" fmla="*/ 26 w 780"/>
              <a:gd name="p0y10" fmla="*/ 780 h 780"/>
              <a:gd name="p0x11" fmla="*/ 0 w 780"/>
              <a:gd name="p0y11" fmla="*/ 753 h 780"/>
              <a:gd name="p0x12" fmla="*/ 0 w 780"/>
              <a:gd name="p0y12" fmla="*/ 720 h 780"/>
              <a:gd name="p0x13" fmla="*/ 0 w 780"/>
              <a:gd name="p0y13" fmla="*/ 60 h 780"/>
              <a:gd name="p0x14" fmla="*/ 0 w 780"/>
              <a:gd name="p0y14" fmla="*/ 26 h 780"/>
              <a:gd name="p0x15" fmla="*/ 26 w 780"/>
              <a:gd name="p0y15" fmla="*/ 0 h 780"/>
              <a:gd name="p0x16" fmla="*/ 6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53a692de-a51f-11f1-9233-3a5723f6ad09"/>
          <p:cNvPicPr/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33450" y="1543050"/>
            <a:ext cx="247650" cy="24765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1457325" y="1364932"/>
            <a:ext cx="42862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自然语言驱动</a:t>
            </a:r>
            <a:endParaRPr sz="2100" b="1" spc="42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1457325" y="1752600"/>
            <a:ext cx="428625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72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一句话搞定</a:t>
            </a:r>
            <a:endParaRPr sz="1200" spc="72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>
            <p:custDataLst>
              <p:tags r:id="rId9"/>
            </p:custDataLst>
          </p:nvPr>
        </p:nvSpPr>
        <p:spPr>
          <a:xfrm>
            <a:off x="809625" y="2143125"/>
            <a:ext cx="4933950" cy="9525"/>
          </a:xfrm>
          <a:prstGeom prst="rect">
            <a:avLst/>
          </a:prstGeom>
          <a:solidFill>
            <a:srgbClr val="E4BE9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809625" y="2705100"/>
            <a:ext cx="2286000" cy="3667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</a:rPr>
              <a:t>一句话搞定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复杂视频处理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11"/>
            </p:custDataLst>
          </p:nvPr>
        </p:nvSpPr>
        <p:spPr>
          <a:xfrm>
            <a:off x="600076" y="1114425"/>
            <a:ext cx="5353049" cy="38100"/>
          </a:xfrm>
          <a:custGeom>
            <a:avLst/>
            <a:gdLst>
              <a:gd name="sw" fmla="*/ 1 w 8490"/>
              <a:gd name="sh" fmla="*/ 1 h 60"/>
              <a:gd name="mins" fmla="min sw sh"/>
              <a:gd name="dsw" fmla="+- 0 sw mins"/>
              <a:gd name="dsh" fmla="+- 0 sh mins"/>
              <a:gd name="p0x0" fmla="*/ 60 w 8490"/>
              <a:gd name="p0y0" fmla="*/ 0 h 60"/>
              <a:gd name="p0x1" fmla="*/ 8430 w 8490"/>
              <a:gd name="p0y1" fmla="*/ 0 h 60"/>
              <a:gd name="p0x2" fmla="*/ 8463 w 8490"/>
              <a:gd name="p0y2" fmla="*/ 0 h 60"/>
              <a:gd name="p0x3" fmla="*/ 8490 w 8490"/>
              <a:gd name="p0y3" fmla="*/ 26 h 60"/>
              <a:gd name="p0x4" fmla="*/ 8490 w 8490"/>
              <a:gd name="p0y4" fmla="*/ 60 h 60"/>
              <a:gd name="p0x5" fmla="*/ 0 w 8490"/>
              <a:gd name="p0y5" fmla="*/ 60 h 60"/>
              <a:gd name="p0x6" fmla="*/ 0 w 8490"/>
              <a:gd name="p0y6" fmla="*/ 26 h 60"/>
              <a:gd name="p0x7" fmla="*/ 26 w 8490"/>
              <a:gd name="p0y7" fmla="*/ 0 h 60"/>
              <a:gd name="p0x8" fmla="*/ 60 w 8490"/>
              <a:gd name="p0y8" fmla="*/ 0 h 60"/>
            </a:gdLst>
            <a:ahLst/>
            <a:cxnLst/>
            <a:pathLst>
              <a:path w="8430" h="60">
                <a:moveTo>
                  <a:pt x="120" y="0"/>
                </a:moveTo>
                <a:lnTo>
                  <a:pt x="8310" y="0"/>
                </a:lnTo>
                <a:cubicBezTo>
                  <a:pt x="8359" y="-3"/>
                  <a:pt x="8411" y="32"/>
                  <a:pt x="8430" y="60"/>
                </a:cubicBezTo>
                <a:lnTo>
                  <a:pt x="0" y="60"/>
                </a:lnTo>
                <a:cubicBezTo>
                  <a:pt x="22" y="26"/>
                  <a:pt x="78" y="-3"/>
                  <a:pt x="1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2"/>
            </p:custDataLst>
          </p:nvPr>
        </p:nvSpPr>
        <p:spPr>
          <a:xfrm>
            <a:off x="6214745" y="1109345"/>
            <a:ext cx="5400675" cy="2562225"/>
          </a:xfrm>
          <a:custGeom>
            <a:avLst/>
            <a:gdLst>
              <a:gd name="sw" fmla="*/ 1 w 8505"/>
              <a:gd name="sh" fmla="*/ 1 h 4035"/>
              <a:gd name="mins" fmla="min sw sh"/>
              <a:gd name="dsw" fmla="+- 0 sw mins"/>
              <a:gd name="dsh" fmla="+- 0 sh mins"/>
              <a:gd name="p0x0" fmla="*/ 150 w 8505"/>
              <a:gd name="p0y0" fmla="*/ 0 h 4035"/>
              <a:gd name="p0x1" fmla="*/ 8355 w 8505"/>
              <a:gd name="p0y1" fmla="*/ 0 h 4035"/>
              <a:gd name="p0x2" fmla="*/ 8437 w 8505"/>
              <a:gd name="p0y2" fmla="*/ 0 h 4035"/>
              <a:gd name="p0x3" fmla="*/ 8505 w 8505"/>
              <a:gd name="p0y3" fmla="*/ 67 h 4035"/>
              <a:gd name="p0x4" fmla="*/ 8505 w 8505"/>
              <a:gd name="p0y4" fmla="*/ 150 h 4035"/>
              <a:gd name="p0x5" fmla="*/ 8505 w 8505"/>
              <a:gd name="p0y5" fmla="*/ 3885 h 4035"/>
              <a:gd name="p0x6" fmla="*/ 8505 w 8505"/>
              <a:gd name="p0y6" fmla="*/ 3967 h 4035"/>
              <a:gd name="p0x7" fmla="*/ 8437 w 8505"/>
              <a:gd name="p0y7" fmla="*/ 4035 h 4035"/>
              <a:gd name="p0x8" fmla="*/ 8355 w 8505"/>
              <a:gd name="p0y8" fmla="*/ 4035 h 4035"/>
              <a:gd name="p0x9" fmla="*/ 150 w 8505"/>
              <a:gd name="p0y9" fmla="*/ 4035 h 4035"/>
              <a:gd name="p0x10" fmla="*/ 67 w 8505"/>
              <a:gd name="p0y10" fmla="*/ 4035 h 4035"/>
              <a:gd name="p0x11" fmla="*/ 0 w 8505"/>
              <a:gd name="p0y11" fmla="*/ 3967 h 4035"/>
              <a:gd name="p0x12" fmla="*/ 0 w 8505"/>
              <a:gd name="p0y12" fmla="*/ 3885 h 4035"/>
              <a:gd name="p0x13" fmla="*/ 0 w 8505"/>
              <a:gd name="p0y13" fmla="*/ 150 h 4035"/>
              <a:gd name="p0x14" fmla="*/ 0 w 8505"/>
              <a:gd name="p0y14" fmla="*/ 67 h 4035"/>
              <a:gd name="p0x15" fmla="*/ 67 w 8505"/>
              <a:gd name="p0y15" fmla="*/ 0 h 4035"/>
              <a:gd name="p0x16" fmla="*/ 150 w 8505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3"/>
            </p:custDataLst>
          </p:nvPr>
        </p:nvSpPr>
        <p:spPr>
          <a:xfrm>
            <a:off x="6448425" y="14192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60 w 780"/>
              <a:gd name="p0y0" fmla="*/ 0 h 780"/>
              <a:gd name="p0x1" fmla="*/ 720 w 780"/>
              <a:gd name="p0y1" fmla="*/ 0 h 780"/>
              <a:gd name="p0x2" fmla="*/ 753 w 780"/>
              <a:gd name="p0y2" fmla="*/ 0 h 780"/>
              <a:gd name="p0x3" fmla="*/ 780 w 780"/>
              <a:gd name="p0y3" fmla="*/ 26 h 780"/>
              <a:gd name="p0x4" fmla="*/ 780 w 780"/>
              <a:gd name="p0y4" fmla="*/ 60 h 780"/>
              <a:gd name="p0x5" fmla="*/ 780 w 780"/>
              <a:gd name="p0y5" fmla="*/ 720 h 780"/>
              <a:gd name="p0x6" fmla="*/ 780 w 780"/>
              <a:gd name="p0y6" fmla="*/ 753 h 780"/>
              <a:gd name="p0x7" fmla="*/ 753 w 780"/>
              <a:gd name="p0y7" fmla="*/ 780 h 780"/>
              <a:gd name="p0x8" fmla="*/ 720 w 780"/>
              <a:gd name="p0y8" fmla="*/ 780 h 780"/>
              <a:gd name="p0x9" fmla="*/ 60 w 780"/>
              <a:gd name="p0y9" fmla="*/ 780 h 780"/>
              <a:gd name="p0x10" fmla="*/ 26 w 780"/>
              <a:gd name="p0y10" fmla="*/ 780 h 780"/>
              <a:gd name="p0x11" fmla="*/ 0 w 780"/>
              <a:gd name="p0y11" fmla="*/ 753 h 780"/>
              <a:gd name="p0x12" fmla="*/ 0 w 780"/>
              <a:gd name="p0y12" fmla="*/ 720 h 780"/>
              <a:gd name="p0x13" fmla="*/ 0 w 780"/>
              <a:gd name="p0y13" fmla="*/ 60 h 780"/>
              <a:gd name="p0x14" fmla="*/ 0 w 780"/>
              <a:gd name="p0y14" fmla="*/ 26 h 780"/>
              <a:gd name="p0x15" fmla="*/ 26 w 780"/>
              <a:gd name="p0y15" fmla="*/ 0 h 780"/>
              <a:gd name="p0x16" fmla="*/ 6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lumMod val="18219"/>
              <a:lumOff val="8178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 descr="53a6948b-a51f-11f1-9233-3a5723f6ad09"/>
          <p:cNvPicPr/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6572250" y="1543050"/>
            <a:ext cx="247650" cy="24765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17"/>
            </p:custDataLst>
          </p:nvPr>
        </p:nvSpPr>
        <p:spPr>
          <a:xfrm>
            <a:off x="7096125" y="1364932"/>
            <a:ext cx="42862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多轮对话</a:t>
            </a:r>
            <a:endParaRPr sz="2100" b="1" spc="42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8"/>
            </p:custDataLst>
          </p:nvPr>
        </p:nvSpPr>
        <p:spPr>
          <a:xfrm>
            <a:off x="7096125" y="1752600"/>
            <a:ext cx="428625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72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上下文理解</a:t>
            </a:r>
            <a:endParaRPr sz="1200" spc="72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>
            <p:custDataLst>
              <p:tags r:id="rId19"/>
            </p:custDataLst>
          </p:nvPr>
        </p:nvSpPr>
        <p:spPr>
          <a:xfrm>
            <a:off x="6448425" y="2143125"/>
            <a:ext cx="4933950" cy="9525"/>
          </a:xfrm>
          <a:prstGeom prst="rect">
            <a:avLst/>
          </a:prstGeom>
          <a:solidFill>
            <a:srgbClr val="E4BE9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0"/>
            </p:custDataLst>
          </p:nvPr>
        </p:nvSpPr>
        <p:spPr>
          <a:xfrm>
            <a:off x="6448425" y="2705100"/>
            <a:ext cx="2476500" cy="3667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理解上下文</a:t>
            </a:r>
            <a:r>
              <a:rPr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连续对话修正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1"/>
            </p:custDataLst>
          </p:nvPr>
        </p:nvSpPr>
        <p:spPr>
          <a:xfrm>
            <a:off x="6238876" y="1114425"/>
            <a:ext cx="5353049" cy="38100"/>
          </a:xfrm>
          <a:custGeom>
            <a:avLst/>
            <a:gdLst>
              <a:gd name="sw" fmla="*/ 1 w 8490"/>
              <a:gd name="sh" fmla="*/ 1 h 60"/>
              <a:gd name="mins" fmla="min sw sh"/>
              <a:gd name="dsw" fmla="+- 0 sw mins"/>
              <a:gd name="dsh" fmla="+- 0 sh mins"/>
              <a:gd name="p0x0" fmla="*/ 60 w 8490"/>
              <a:gd name="p0y0" fmla="*/ 0 h 60"/>
              <a:gd name="p0x1" fmla="*/ 8430 w 8490"/>
              <a:gd name="p0y1" fmla="*/ 0 h 60"/>
              <a:gd name="p0x2" fmla="*/ 8463 w 8490"/>
              <a:gd name="p0y2" fmla="*/ 0 h 60"/>
              <a:gd name="p0x3" fmla="*/ 8490 w 8490"/>
              <a:gd name="p0y3" fmla="*/ 26 h 60"/>
              <a:gd name="p0x4" fmla="*/ 8490 w 8490"/>
              <a:gd name="p0y4" fmla="*/ 60 h 60"/>
              <a:gd name="p0x5" fmla="*/ 0 w 8490"/>
              <a:gd name="p0y5" fmla="*/ 60 h 60"/>
              <a:gd name="p0x6" fmla="*/ 0 w 8490"/>
              <a:gd name="p0y6" fmla="*/ 26 h 60"/>
              <a:gd name="p0x7" fmla="*/ 26 w 8490"/>
              <a:gd name="p0y7" fmla="*/ 0 h 60"/>
              <a:gd name="p0x8" fmla="*/ 60 w 8490"/>
              <a:gd name="p0y8" fmla="*/ 0 h 60"/>
            </a:gdLst>
            <a:ahLst/>
            <a:cxnLst/>
            <a:pathLst>
              <a:path w="8430" h="60">
                <a:moveTo>
                  <a:pt x="120" y="0"/>
                </a:moveTo>
                <a:lnTo>
                  <a:pt x="8310" y="0"/>
                </a:lnTo>
                <a:cubicBezTo>
                  <a:pt x="8359" y="-3"/>
                  <a:pt x="8411" y="32"/>
                  <a:pt x="8430" y="60"/>
                </a:cubicBezTo>
                <a:lnTo>
                  <a:pt x="0" y="60"/>
                </a:lnTo>
                <a:cubicBezTo>
                  <a:pt x="22" y="26"/>
                  <a:pt x="78" y="-3"/>
                  <a:pt x="12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>
            <p:custDataLst>
              <p:tags r:id="rId22"/>
            </p:custDataLst>
          </p:nvPr>
        </p:nvSpPr>
        <p:spPr>
          <a:xfrm>
            <a:off x="575945" y="3909695"/>
            <a:ext cx="5400675" cy="2562225"/>
          </a:xfrm>
          <a:custGeom>
            <a:avLst/>
            <a:gdLst>
              <a:gd name="sw" fmla="*/ 1 w 8505"/>
              <a:gd name="sh" fmla="*/ 1 h 4035"/>
              <a:gd name="mins" fmla="min sw sh"/>
              <a:gd name="dsw" fmla="+- 0 sw mins"/>
              <a:gd name="dsh" fmla="+- 0 sh mins"/>
              <a:gd name="p0x0" fmla="*/ 150 w 8505"/>
              <a:gd name="p0y0" fmla="*/ 0 h 4035"/>
              <a:gd name="p0x1" fmla="*/ 8355 w 8505"/>
              <a:gd name="p0y1" fmla="*/ 0 h 4035"/>
              <a:gd name="p0x2" fmla="*/ 8437 w 8505"/>
              <a:gd name="p0y2" fmla="*/ 0 h 4035"/>
              <a:gd name="p0x3" fmla="*/ 8505 w 8505"/>
              <a:gd name="p0y3" fmla="*/ 67 h 4035"/>
              <a:gd name="p0x4" fmla="*/ 8505 w 8505"/>
              <a:gd name="p0y4" fmla="*/ 150 h 4035"/>
              <a:gd name="p0x5" fmla="*/ 8505 w 8505"/>
              <a:gd name="p0y5" fmla="*/ 3885 h 4035"/>
              <a:gd name="p0x6" fmla="*/ 8505 w 8505"/>
              <a:gd name="p0y6" fmla="*/ 3967 h 4035"/>
              <a:gd name="p0x7" fmla="*/ 8437 w 8505"/>
              <a:gd name="p0y7" fmla="*/ 4035 h 4035"/>
              <a:gd name="p0x8" fmla="*/ 8355 w 8505"/>
              <a:gd name="p0y8" fmla="*/ 4035 h 4035"/>
              <a:gd name="p0x9" fmla="*/ 150 w 8505"/>
              <a:gd name="p0y9" fmla="*/ 4035 h 4035"/>
              <a:gd name="p0x10" fmla="*/ 67 w 8505"/>
              <a:gd name="p0y10" fmla="*/ 4035 h 4035"/>
              <a:gd name="p0x11" fmla="*/ 0 w 8505"/>
              <a:gd name="p0y11" fmla="*/ 3967 h 4035"/>
              <a:gd name="p0x12" fmla="*/ 0 w 8505"/>
              <a:gd name="p0y12" fmla="*/ 3885 h 4035"/>
              <a:gd name="p0x13" fmla="*/ 0 w 8505"/>
              <a:gd name="p0y13" fmla="*/ 150 h 4035"/>
              <a:gd name="p0x14" fmla="*/ 0 w 8505"/>
              <a:gd name="p0y14" fmla="*/ 67 h 4035"/>
              <a:gd name="p0x15" fmla="*/ 67 w 8505"/>
              <a:gd name="p0y15" fmla="*/ 0 h 4035"/>
              <a:gd name="p0x16" fmla="*/ 150 w 8505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>
            <p:custDataLst>
              <p:tags r:id="rId23"/>
            </p:custDataLst>
          </p:nvPr>
        </p:nvSpPr>
        <p:spPr>
          <a:xfrm>
            <a:off x="809625" y="421957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60 w 780"/>
              <a:gd name="p0y0" fmla="*/ 0 h 780"/>
              <a:gd name="p0x1" fmla="*/ 720 w 780"/>
              <a:gd name="p0y1" fmla="*/ 0 h 780"/>
              <a:gd name="p0x2" fmla="*/ 753 w 780"/>
              <a:gd name="p0y2" fmla="*/ 0 h 780"/>
              <a:gd name="p0x3" fmla="*/ 780 w 780"/>
              <a:gd name="p0y3" fmla="*/ 26 h 780"/>
              <a:gd name="p0x4" fmla="*/ 780 w 780"/>
              <a:gd name="p0y4" fmla="*/ 60 h 780"/>
              <a:gd name="p0x5" fmla="*/ 780 w 780"/>
              <a:gd name="p0y5" fmla="*/ 720 h 780"/>
              <a:gd name="p0x6" fmla="*/ 780 w 780"/>
              <a:gd name="p0y6" fmla="*/ 753 h 780"/>
              <a:gd name="p0x7" fmla="*/ 753 w 780"/>
              <a:gd name="p0y7" fmla="*/ 780 h 780"/>
              <a:gd name="p0x8" fmla="*/ 720 w 780"/>
              <a:gd name="p0y8" fmla="*/ 780 h 780"/>
              <a:gd name="p0x9" fmla="*/ 60 w 780"/>
              <a:gd name="p0y9" fmla="*/ 780 h 780"/>
              <a:gd name="p0x10" fmla="*/ 26 w 780"/>
              <a:gd name="p0y10" fmla="*/ 780 h 780"/>
              <a:gd name="p0x11" fmla="*/ 0 w 780"/>
              <a:gd name="p0y11" fmla="*/ 753 h 780"/>
              <a:gd name="p0x12" fmla="*/ 0 w 780"/>
              <a:gd name="p0y12" fmla="*/ 720 h 780"/>
              <a:gd name="p0x13" fmla="*/ 0 w 780"/>
              <a:gd name="p0y13" fmla="*/ 60 h 780"/>
              <a:gd name="p0x14" fmla="*/ 0 w 780"/>
              <a:gd name="p0y14" fmla="*/ 26 h 780"/>
              <a:gd name="p0x15" fmla="*/ 26 w 780"/>
              <a:gd name="p0y15" fmla="*/ 0 h 780"/>
              <a:gd name="p0x16" fmla="*/ 6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3">
              <a:lumMod val="18269"/>
              <a:lumOff val="8173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 descr="53a695e9-a51f-11f1-9233-3a5723f6ad09"/>
          <p:cNvPicPr/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>
          <a:xfrm>
            <a:off x="933450" y="4343400"/>
            <a:ext cx="247650" cy="24765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27"/>
            </p:custDataLst>
          </p:nvPr>
        </p:nvSpPr>
        <p:spPr>
          <a:xfrm>
            <a:off x="1457325" y="4165283"/>
            <a:ext cx="42862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流式输出</a:t>
            </a:r>
            <a:endParaRPr sz="2100" b="1" spc="42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8"/>
            </p:custDataLst>
          </p:nvPr>
        </p:nvSpPr>
        <p:spPr>
          <a:xfrm>
            <a:off x="1457325" y="4552950"/>
            <a:ext cx="428625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 spc="72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SSE </a:t>
            </a:r>
            <a:r>
              <a:rPr lang="zh-CN" sz="1200" spc="72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实时回传</a:t>
            </a:r>
            <a:endParaRPr lang="zh-CN" sz="1200" spc="72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/>
          <p:nvPr>
            <p:custDataLst>
              <p:tags r:id="rId29"/>
            </p:custDataLst>
          </p:nvPr>
        </p:nvSpPr>
        <p:spPr>
          <a:xfrm>
            <a:off x="809625" y="4943475"/>
            <a:ext cx="4933950" cy="9525"/>
          </a:xfrm>
          <a:prstGeom prst="rect">
            <a:avLst/>
          </a:prstGeom>
          <a:solidFill>
            <a:srgbClr val="E4BE9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0"/>
            </p:custDataLst>
          </p:nvPr>
        </p:nvSpPr>
        <p:spPr>
          <a:xfrm>
            <a:off x="809625" y="5505450"/>
            <a:ext cx="1775517" cy="3667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SSE</a:t>
            </a:r>
            <a:r>
              <a:rPr lang="en-US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实时进度回传</a:t>
            </a:r>
            <a:endParaRPr lang="zh-CN" altLang="en-US" sz="15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31"/>
            </p:custDataLst>
          </p:nvPr>
        </p:nvSpPr>
        <p:spPr>
          <a:xfrm>
            <a:off x="600076" y="3914775"/>
            <a:ext cx="5353049" cy="38100"/>
          </a:xfrm>
          <a:custGeom>
            <a:avLst/>
            <a:gdLst>
              <a:gd name="sw" fmla="*/ 1 w 8490"/>
              <a:gd name="sh" fmla="*/ 1 h 60"/>
              <a:gd name="mins" fmla="min sw sh"/>
              <a:gd name="dsw" fmla="+- 0 sw mins"/>
              <a:gd name="dsh" fmla="+- 0 sh mins"/>
              <a:gd name="p0x0" fmla="*/ 60 w 8490"/>
              <a:gd name="p0y0" fmla="*/ 0 h 60"/>
              <a:gd name="p0x1" fmla="*/ 8430 w 8490"/>
              <a:gd name="p0y1" fmla="*/ 0 h 60"/>
              <a:gd name="p0x2" fmla="*/ 8463 w 8490"/>
              <a:gd name="p0y2" fmla="*/ 0 h 60"/>
              <a:gd name="p0x3" fmla="*/ 8490 w 8490"/>
              <a:gd name="p0y3" fmla="*/ 26 h 60"/>
              <a:gd name="p0x4" fmla="*/ 8490 w 8490"/>
              <a:gd name="p0y4" fmla="*/ 60 h 60"/>
              <a:gd name="p0x5" fmla="*/ 0 w 8490"/>
              <a:gd name="p0y5" fmla="*/ 60 h 60"/>
              <a:gd name="p0x6" fmla="*/ 0 w 8490"/>
              <a:gd name="p0y6" fmla="*/ 26 h 60"/>
              <a:gd name="p0x7" fmla="*/ 26 w 8490"/>
              <a:gd name="p0y7" fmla="*/ 0 h 60"/>
              <a:gd name="p0x8" fmla="*/ 60 w 8490"/>
              <a:gd name="p0y8" fmla="*/ 0 h 60"/>
            </a:gdLst>
            <a:ahLst/>
            <a:cxnLst/>
            <a:pathLst>
              <a:path w="8430" h="60">
                <a:moveTo>
                  <a:pt x="120" y="0"/>
                </a:moveTo>
                <a:lnTo>
                  <a:pt x="8310" y="0"/>
                </a:lnTo>
                <a:cubicBezTo>
                  <a:pt x="8359" y="-3"/>
                  <a:pt x="8411" y="32"/>
                  <a:pt x="8430" y="60"/>
                </a:cubicBezTo>
                <a:lnTo>
                  <a:pt x="0" y="60"/>
                </a:lnTo>
                <a:cubicBezTo>
                  <a:pt x="22" y="26"/>
                  <a:pt x="78" y="-3"/>
                  <a:pt x="12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32"/>
            </p:custDataLst>
          </p:nvPr>
        </p:nvSpPr>
        <p:spPr>
          <a:xfrm>
            <a:off x="6214745" y="3909695"/>
            <a:ext cx="5400675" cy="2562225"/>
          </a:xfrm>
          <a:custGeom>
            <a:avLst/>
            <a:gdLst>
              <a:gd name="sw" fmla="*/ 1 w 8505"/>
              <a:gd name="sh" fmla="*/ 1 h 4035"/>
              <a:gd name="mins" fmla="min sw sh"/>
              <a:gd name="dsw" fmla="+- 0 sw mins"/>
              <a:gd name="dsh" fmla="+- 0 sh mins"/>
              <a:gd name="p0x0" fmla="*/ 150 w 8505"/>
              <a:gd name="p0y0" fmla="*/ 0 h 4035"/>
              <a:gd name="p0x1" fmla="*/ 8355 w 8505"/>
              <a:gd name="p0y1" fmla="*/ 0 h 4035"/>
              <a:gd name="p0x2" fmla="*/ 8437 w 8505"/>
              <a:gd name="p0y2" fmla="*/ 0 h 4035"/>
              <a:gd name="p0x3" fmla="*/ 8505 w 8505"/>
              <a:gd name="p0y3" fmla="*/ 67 h 4035"/>
              <a:gd name="p0x4" fmla="*/ 8505 w 8505"/>
              <a:gd name="p0y4" fmla="*/ 150 h 4035"/>
              <a:gd name="p0x5" fmla="*/ 8505 w 8505"/>
              <a:gd name="p0y5" fmla="*/ 3885 h 4035"/>
              <a:gd name="p0x6" fmla="*/ 8505 w 8505"/>
              <a:gd name="p0y6" fmla="*/ 3967 h 4035"/>
              <a:gd name="p0x7" fmla="*/ 8437 w 8505"/>
              <a:gd name="p0y7" fmla="*/ 4035 h 4035"/>
              <a:gd name="p0x8" fmla="*/ 8355 w 8505"/>
              <a:gd name="p0y8" fmla="*/ 4035 h 4035"/>
              <a:gd name="p0x9" fmla="*/ 150 w 8505"/>
              <a:gd name="p0y9" fmla="*/ 4035 h 4035"/>
              <a:gd name="p0x10" fmla="*/ 67 w 8505"/>
              <a:gd name="p0y10" fmla="*/ 4035 h 4035"/>
              <a:gd name="p0x11" fmla="*/ 0 w 8505"/>
              <a:gd name="p0y11" fmla="*/ 3967 h 4035"/>
              <a:gd name="p0x12" fmla="*/ 0 w 8505"/>
              <a:gd name="p0y12" fmla="*/ 3885 h 4035"/>
              <a:gd name="p0x13" fmla="*/ 0 w 8505"/>
              <a:gd name="p0y13" fmla="*/ 150 h 4035"/>
              <a:gd name="p0x14" fmla="*/ 0 w 8505"/>
              <a:gd name="p0y14" fmla="*/ 67 h 4035"/>
              <a:gd name="p0x15" fmla="*/ 67 w 8505"/>
              <a:gd name="p0y15" fmla="*/ 0 h 4035"/>
              <a:gd name="p0x16" fmla="*/ 150 w 8505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>
            <p:custDataLst>
              <p:tags r:id="rId33"/>
            </p:custDataLst>
          </p:nvPr>
        </p:nvSpPr>
        <p:spPr>
          <a:xfrm>
            <a:off x="6448425" y="421957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60 w 780"/>
              <a:gd name="p0y0" fmla="*/ 0 h 780"/>
              <a:gd name="p0x1" fmla="*/ 720 w 780"/>
              <a:gd name="p0y1" fmla="*/ 0 h 780"/>
              <a:gd name="p0x2" fmla="*/ 753 w 780"/>
              <a:gd name="p0y2" fmla="*/ 0 h 780"/>
              <a:gd name="p0x3" fmla="*/ 780 w 780"/>
              <a:gd name="p0y3" fmla="*/ 26 h 780"/>
              <a:gd name="p0x4" fmla="*/ 780 w 780"/>
              <a:gd name="p0y4" fmla="*/ 60 h 780"/>
              <a:gd name="p0x5" fmla="*/ 780 w 780"/>
              <a:gd name="p0y5" fmla="*/ 720 h 780"/>
              <a:gd name="p0x6" fmla="*/ 780 w 780"/>
              <a:gd name="p0y6" fmla="*/ 753 h 780"/>
              <a:gd name="p0x7" fmla="*/ 753 w 780"/>
              <a:gd name="p0y7" fmla="*/ 780 h 780"/>
              <a:gd name="p0x8" fmla="*/ 720 w 780"/>
              <a:gd name="p0y8" fmla="*/ 780 h 780"/>
              <a:gd name="p0x9" fmla="*/ 60 w 780"/>
              <a:gd name="p0y9" fmla="*/ 780 h 780"/>
              <a:gd name="p0x10" fmla="*/ 26 w 780"/>
              <a:gd name="p0y10" fmla="*/ 780 h 780"/>
              <a:gd name="p0x11" fmla="*/ 0 w 780"/>
              <a:gd name="p0y11" fmla="*/ 753 h 780"/>
              <a:gd name="p0x12" fmla="*/ 0 w 780"/>
              <a:gd name="p0y12" fmla="*/ 720 h 780"/>
              <a:gd name="p0x13" fmla="*/ 0 w 780"/>
              <a:gd name="p0y13" fmla="*/ 60 h 780"/>
              <a:gd name="p0x14" fmla="*/ 0 w 780"/>
              <a:gd name="p0y14" fmla="*/ 26 h 780"/>
              <a:gd name="p0x15" fmla="*/ 26 w 780"/>
              <a:gd name="p0y15" fmla="*/ 0 h 780"/>
              <a:gd name="p0x16" fmla="*/ 6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 descr="53a69492-a51f-11f1-9233-3a5723f6ad09"/>
          <p:cNvPicPr/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>
          <a:xfrm>
            <a:off x="6572250" y="4343400"/>
            <a:ext cx="247650" cy="247650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37"/>
            </p:custDataLst>
          </p:nvPr>
        </p:nvSpPr>
        <p:spPr>
          <a:xfrm>
            <a:off x="7096125" y="4165283"/>
            <a:ext cx="42862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40+ API</a:t>
            </a:r>
            <a:endParaRPr sz="2100" b="1" spc="42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38"/>
            </p:custDataLst>
          </p:nvPr>
        </p:nvSpPr>
        <p:spPr>
          <a:xfrm>
            <a:off x="7096125" y="4552950"/>
            <a:ext cx="428625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 spc="72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RESTful </a:t>
            </a:r>
            <a:r>
              <a:rPr lang="zh-CN" sz="1200" spc="72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</a:t>
            </a:r>
            <a:endParaRPr lang="zh-CN" sz="1200" spc="72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/>
          <p:nvPr>
            <p:custDataLst>
              <p:tags r:id="rId39"/>
            </p:custDataLst>
          </p:nvPr>
        </p:nvSpPr>
        <p:spPr>
          <a:xfrm>
            <a:off x="6448425" y="4943475"/>
            <a:ext cx="4933950" cy="9525"/>
          </a:xfrm>
          <a:prstGeom prst="rect">
            <a:avLst/>
          </a:prstGeom>
          <a:solidFill>
            <a:srgbClr val="E4BE9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40"/>
            </p:custDataLst>
          </p:nvPr>
        </p:nvSpPr>
        <p:spPr>
          <a:xfrm>
            <a:off x="6448425" y="5505450"/>
            <a:ext cx="1790700" cy="3667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完整</a:t>
            </a:r>
            <a:r>
              <a:rPr lang="en-US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RESTful </a:t>
            </a:r>
            <a:r>
              <a:rPr lang="zh-CN" altLang="en-US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</a:t>
            </a:r>
            <a:endParaRPr lang="zh-CN" altLang="en-US" sz="15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41"/>
            </p:custDataLst>
          </p:nvPr>
        </p:nvSpPr>
        <p:spPr>
          <a:xfrm>
            <a:off x="6238876" y="3914775"/>
            <a:ext cx="5353049" cy="38100"/>
          </a:xfrm>
          <a:custGeom>
            <a:avLst/>
            <a:gdLst>
              <a:gd name="sw" fmla="*/ 1 w 8490"/>
              <a:gd name="sh" fmla="*/ 1 h 60"/>
              <a:gd name="mins" fmla="min sw sh"/>
              <a:gd name="dsw" fmla="+- 0 sw mins"/>
              <a:gd name="dsh" fmla="+- 0 sh mins"/>
              <a:gd name="p0x0" fmla="*/ 60 w 8490"/>
              <a:gd name="p0y0" fmla="*/ 0 h 60"/>
              <a:gd name="p0x1" fmla="*/ 8430 w 8490"/>
              <a:gd name="p0y1" fmla="*/ 0 h 60"/>
              <a:gd name="p0x2" fmla="*/ 8463 w 8490"/>
              <a:gd name="p0y2" fmla="*/ 0 h 60"/>
              <a:gd name="p0x3" fmla="*/ 8490 w 8490"/>
              <a:gd name="p0y3" fmla="*/ 26 h 60"/>
              <a:gd name="p0x4" fmla="*/ 8490 w 8490"/>
              <a:gd name="p0y4" fmla="*/ 60 h 60"/>
              <a:gd name="p0x5" fmla="*/ 0 w 8490"/>
              <a:gd name="p0y5" fmla="*/ 60 h 60"/>
              <a:gd name="p0x6" fmla="*/ 0 w 8490"/>
              <a:gd name="p0y6" fmla="*/ 26 h 60"/>
              <a:gd name="p0x7" fmla="*/ 26 w 8490"/>
              <a:gd name="p0y7" fmla="*/ 0 h 60"/>
              <a:gd name="p0x8" fmla="*/ 60 w 8490"/>
              <a:gd name="p0y8" fmla="*/ 0 h 60"/>
            </a:gdLst>
            <a:ahLst/>
            <a:cxnLst/>
            <a:pathLst>
              <a:path w="8430" h="60">
                <a:moveTo>
                  <a:pt x="120" y="0"/>
                </a:moveTo>
                <a:lnTo>
                  <a:pt x="8310" y="0"/>
                </a:lnTo>
                <a:cubicBezTo>
                  <a:pt x="8359" y="-3"/>
                  <a:pt x="8411" y="32"/>
                  <a:pt x="8430" y="60"/>
                </a:cubicBezTo>
                <a:lnTo>
                  <a:pt x="0" y="60"/>
                </a:lnTo>
                <a:cubicBezTo>
                  <a:pt x="22" y="26"/>
                  <a:pt x="78" y="-3"/>
                  <a:pt x="1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传统方式对比智能体</a:t>
            </a:r>
            <a:endParaRPr sz="3000" b="1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5514975" cy="2600325"/>
          </a:xfrm>
          <a:custGeom>
            <a:avLst/>
            <a:gdLst>
              <a:gd name="sw" fmla="*/ 1 w 8685"/>
              <a:gd name="sh" fmla="*/ 1 h 4095"/>
              <a:gd name="mins" fmla="min sw sh"/>
              <a:gd name="dsw" fmla="+- 0 sw mins"/>
              <a:gd name="dsh" fmla="+- 0 sh mins"/>
              <a:gd name="p0x0" fmla="*/ 270 w 8685"/>
              <a:gd name="p0y0" fmla="*/ 0 h 4095"/>
              <a:gd name="p0x1" fmla="*/ 8685 w 8685"/>
              <a:gd name="p0y1" fmla="*/ 0 h 4095"/>
              <a:gd name="p0x2" fmla="*/ 8685 w 8685"/>
              <a:gd name="p0y2" fmla="*/ 4095 h 4095"/>
              <a:gd name="p0x3" fmla="*/ 270 w 8685"/>
              <a:gd name="p0y3" fmla="*/ 4095 h 4095"/>
              <a:gd name="p0x4" fmla="*/ 120 w 8685"/>
              <a:gd name="p0y4" fmla="*/ 4095 h 4095"/>
              <a:gd name="p0x5" fmla="*/ 0 w 8685"/>
              <a:gd name="p0y5" fmla="*/ 3974 h 4095"/>
              <a:gd name="p0x6" fmla="*/ 0 w 8685"/>
              <a:gd name="p0y6" fmla="*/ 3825 h 4095"/>
              <a:gd name="p0x7" fmla="*/ 0 w 8685"/>
              <a:gd name="p0y7" fmla="*/ 270 h 4095"/>
              <a:gd name="p0x8" fmla="*/ 0 w 8685"/>
              <a:gd name="p0y8" fmla="*/ 120 h 4095"/>
              <a:gd name="p0x9" fmla="*/ 120 w 8685"/>
              <a:gd name="p0y9" fmla="*/ 0 h 4095"/>
              <a:gd name="p0x10" fmla="*/ 270 w 8685"/>
              <a:gd name="p0y10" fmla="*/ 0 h 40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cubicBezTo>
                  <a:pt x="p0x4" y="p0y4"/>
                  <a:pt x="p0x5" y="p0y5"/>
                  <a:pt x="p0x6" y="p0y6"/>
                </a:cubicBezTo>
                <a:lnTo>
                  <a:pt x="p0x7" y="p0y7"/>
                </a:lnTo>
                <a:cubicBezTo>
                  <a:pt x="p0x8" y="p0y8"/>
                  <a:pt x="p0x9" y="p0y9"/>
                  <a:pt x="p0x10" y="p0y10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71525" y="1288732"/>
            <a:ext cx="51244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chemeClr val="accent1">
                    <a:lumMod val="49411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传统方式</a:t>
            </a:r>
            <a:endParaRPr sz="2100" b="1" spc="42">
              <a:solidFill>
                <a:schemeClr val="accent1">
                  <a:lumMod val="49411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771525" y="171450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771525" y="213360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382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904875" y="2028825"/>
            <a:ext cx="261691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6E10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需要学习</a:t>
            </a:r>
            <a:r>
              <a:rPr lang="en-US" altLang="zh-CN" sz="1500">
                <a:solidFill>
                  <a:srgbClr val="6E10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6E1010"/>
                </a:solidFill>
                <a:latin typeface="微软雅黑" panose="020B0503020204020204" charset="-122"/>
                <a:ea typeface="微软雅黑" panose="020B0503020204020204" charset="-122"/>
              </a:rPr>
              <a:t>PR/AE</a:t>
            </a:r>
            <a:r>
              <a:rPr lang="en-US" sz="1500">
                <a:solidFill>
                  <a:srgbClr val="6E10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6E10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等专业软件</a:t>
            </a:r>
            <a:endParaRPr lang="zh-CN" altLang="en-US" sz="1500">
              <a:solidFill>
                <a:srgbClr val="6E10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7"/>
            </p:custDataLst>
          </p:nvPr>
        </p:nvSpPr>
        <p:spPr>
          <a:xfrm>
            <a:off x="771525" y="249999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382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904875" y="2395538"/>
            <a:ext cx="2095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6E1010"/>
                </a:solidFill>
                <a:latin typeface="微软雅黑" panose="020B0503020204020204" charset="-122"/>
                <a:ea typeface="微软雅黑" panose="020B0503020204020204" charset="-122"/>
              </a:rPr>
              <a:t>参数设置复杂，易出错</a:t>
            </a:r>
            <a:endParaRPr sz="1500">
              <a:solidFill>
                <a:srgbClr val="6E101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9"/>
            </p:custDataLst>
          </p:nvPr>
        </p:nvSpPr>
        <p:spPr>
          <a:xfrm>
            <a:off x="771525" y="286702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382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904875" y="2762250"/>
            <a:ext cx="234791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6E10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单个视频处理耗时</a:t>
            </a:r>
            <a:r>
              <a:rPr lang="en-US" altLang="zh-CN" sz="1500">
                <a:solidFill>
                  <a:srgbClr val="6E10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6E1010"/>
                </a:solidFill>
                <a:latin typeface="微软雅黑" panose="020B0503020204020204" charset="-122"/>
                <a:ea typeface="微软雅黑" panose="020B0503020204020204" charset="-122"/>
              </a:rPr>
              <a:t>数小时</a:t>
            </a:r>
            <a:endParaRPr sz="1500" b="1">
              <a:solidFill>
                <a:srgbClr val="6E101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771525" y="323342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382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904875" y="3128963"/>
            <a:ext cx="2286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6E1010"/>
                </a:solidFill>
                <a:latin typeface="微软雅黑" panose="020B0503020204020204" charset="-122"/>
                <a:ea typeface="微软雅黑" panose="020B0503020204020204" charset="-122"/>
              </a:rPr>
              <a:t>多平台适配需要多次导出</a:t>
            </a:r>
            <a:endParaRPr sz="1500">
              <a:solidFill>
                <a:srgbClr val="6E101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3"/>
            </p:custDataLst>
          </p:nvPr>
        </p:nvSpPr>
        <p:spPr>
          <a:xfrm>
            <a:off x="6100445" y="1109345"/>
            <a:ext cx="5514975" cy="2600325"/>
          </a:xfrm>
          <a:custGeom>
            <a:avLst/>
            <a:gdLst>
              <a:gd name="sw" fmla="*/ 1 w 8685"/>
              <a:gd name="sh" fmla="*/ 1 h 4095"/>
              <a:gd name="mins" fmla="min sw sh"/>
              <a:gd name="dsw" fmla="+- 0 sw mins"/>
              <a:gd name="dsh" fmla="+- 0 sh mins"/>
              <a:gd name="p0x0" fmla="*/ 0 w 8685"/>
              <a:gd name="p0y0" fmla="*/ 0 h 4095"/>
              <a:gd name="p0x1" fmla="*/ 8415 w 8685"/>
              <a:gd name="p0y1" fmla="*/ 0 h 4095"/>
              <a:gd name="p0x2" fmla="*/ 8564 w 8685"/>
              <a:gd name="p0y2" fmla="*/ 0 h 4095"/>
              <a:gd name="p0x3" fmla="*/ 8685 w 8685"/>
              <a:gd name="p0y3" fmla="*/ 120 h 4095"/>
              <a:gd name="p0x4" fmla="*/ 8685 w 8685"/>
              <a:gd name="p0y4" fmla="*/ 270 h 4095"/>
              <a:gd name="p0x5" fmla="*/ 8685 w 8685"/>
              <a:gd name="p0y5" fmla="*/ 3825 h 4095"/>
              <a:gd name="p0x6" fmla="*/ 8685 w 8685"/>
              <a:gd name="p0y6" fmla="*/ 3974 h 4095"/>
              <a:gd name="p0x7" fmla="*/ 8564 w 8685"/>
              <a:gd name="p0y7" fmla="*/ 4095 h 4095"/>
              <a:gd name="p0x8" fmla="*/ 8415 w 8685"/>
              <a:gd name="p0y8" fmla="*/ 4095 h 4095"/>
              <a:gd name="p0x9" fmla="*/ 0 w 8685"/>
              <a:gd name="p0y9" fmla="*/ 4095 h 4095"/>
              <a:gd name="p0x10" fmla="*/ 0 w 8685"/>
              <a:gd name="p0y10" fmla="*/ 0 h 40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lnTo>
                  <a:pt x="p0x10" y="p0y10"/>
                </a:ln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4">
                <a:lumMod val="74997"/>
                <a:lumOff val="25003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6296025" y="1288732"/>
            <a:ext cx="51244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智能体方式</a:t>
            </a:r>
            <a:endParaRPr sz="2100" b="1" spc="42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5"/>
            </p:custDataLst>
          </p:nvPr>
        </p:nvSpPr>
        <p:spPr>
          <a:xfrm>
            <a:off x="6296025" y="171450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6"/>
            </p:custDataLst>
          </p:nvPr>
        </p:nvSpPr>
        <p:spPr>
          <a:xfrm>
            <a:off x="6296025" y="213360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382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6429375" y="2028825"/>
            <a:ext cx="1333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说话就能完成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18"/>
            </p:custDataLst>
          </p:nvPr>
        </p:nvSpPr>
        <p:spPr>
          <a:xfrm>
            <a:off x="6296025" y="249999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382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6429375" y="2395538"/>
            <a:ext cx="195895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自动适配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最优参数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0"/>
            </p:custDataLst>
          </p:nvPr>
        </p:nvSpPr>
        <p:spPr>
          <a:xfrm>
            <a:off x="6296025" y="286702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382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1"/>
            </p:custDataLst>
          </p:nvPr>
        </p:nvSpPr>
        <p:spPr>
          <a:xfrm>
            <a:off x="6429375" y="2762250"/>
            <a:ext cx="2476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</a:rPr>
              <a:t>全流程自动化，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分钟级</a:t>
            </a:r>
            <a:r>
              <a:rPr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</a:rPr>
              <a:t>完成</a:t>
            </a:r>
            <a:endParaRPr sz="15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2"/>
            </p:custDataLst>
          </p:nvPr>
        </p:nvSpPr>
        <p:spPr>
          <a:xfrm>
            <a:off x="6296025" y="323342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382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3"/>
            </p:custDataLst>
          </p:nvPr>
        </p:nvSpPr>
        <p:spPr>
          <a:xfrm>
            <a:off x="6429375" y="3128963"/>
            <a:ext cx="1905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一键</a:t>
            </a:r>
            <a:r>
              <a:rPr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</a:rPr>
              <a:t>生成多平台版本</a:t>
            </a:r>
            <a:endParaRPr sz="15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4"/>
            </p:custDataLst>
          </p:nvPr>
        </p:nvSpPr>
        <p:spPr>
          <a:xfrm>
            <a:off x="571500" y="3851910"/>
            <a:ext cx="1104900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对比一览</a:t>
            </a:r>
            <a:endParaRPr b="1" spc="36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0" name="表格 29"/>
          <p:cNvGraphicFramePr/>
          <p:nvPr>
            <p:custDataLst>
              <p:tags r:id="rId25"/>
            </p:custDataLst>
          </p:nvPr>
        </p:nvGraphicFramePr>
        <p:xfrm>
          <a:off x="581025" y="4238625"/>
          <a:ext cx="11039474" cy="2238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1794"/>
                <a:gridCol w="3968353"/>
                <a:gridCol w="3759327"/>
              </a:tblGrid>
              <a:tr h="470519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维度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传统方式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智能体方式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41944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软件门槛</a:t>
                      </a:r>
                      <a:endParaRPr sz="1500" b="1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需要学习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PR/AE 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等专业软件</a:t>
                      </a:r>
                      <a:endParaRPr lang="zh-CN" altLang="en-US"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说话就能完成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1944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参数配置</a:t>
                      </a:r>
                      <a:endParaRPr sz="1500" b="1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参数设置复杂，易出错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 </a:t>
                      </a:r>
                      <a:r>
                        <a:rPr 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自动适配</a:t>
                      </a:r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最优参数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1944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处理效率</a:t>
                      </a:r>
                      <a:endParaRPr sz="1500" b="1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单个视频处理耗时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数小时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全流程自动化，</a:t>
                      </a:r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分钟级</a:t>
                      </a:r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2019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平台适配</a:t>
                      </a:r>
                      <a:endParaRPr sz="1500" b="1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多平台适配需要多次导出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一键</a:t>
                      </a:r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生成多平台版本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47625" marB="47625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任意多边形 25"/>
          <p:cNvSpPr/>
          <p:nvPr>
            <p:custDataLst>
              <p:tags r:id="rId26"/>
            </p:custDataLst>
          </p:nvPr>
        </p:nvSpPr>
        <p:spPr>
          <a:xfrm>
            <a:off x="5867400" y="3200400"/>
            <a:ext cx="457200" cy="457200"/>
          </a:xfrm>
          <a:custGeom>
            <a:avLst/>
            <a:gdLst>
              <a:gd name="sw" fmla="*/ 1 w 720"/>
              <a:gd name="sh" fmla="*/ 1 h 720"/>
              <a:gd name="mins" fmla="min sw sh"/>
              <a:gd name="dsw" fmla="+- 0 sw mins"/>
              <a:gd name="dsh" fmla="+- 0 sh mins"/>
              <a:gd name="p0x0" fmla="*/ 360 w 720"/>
              <a:gd name="p0y0" fmla="*/ 0 h 720"/>
              <a:gd name="p0x1" fmla="*/ 558 w 720"/>
              <a:gd name="p0y1" fmla="*/ 0 h 720"/>
              <a:gd name="p0x2" fmla="*/ 720 w 720"/>
              <a:gd name="p0y2" fmla="*/ 161 h 720"/>
              <a:gd name="p0x3" fmla="*/ 720 w 720"/>
              <a:gd name="p0y3" fmla="*/ 360 h 720"/>
              <a:gd name="p0x4" fmla="*/ 720 w 720"/>
              <a:gd name="p0y4" fmla="*/ 558 h 720"/>
              <a:gd name="p0x5" fmla="*/ 558 w 720"/>
              <a:gd name="p0y5" fmla="*/ 720 h 720"/>
              <a:gd name="p0x6" fmla="*/ 360 w 720"/>
              <a:gd name="p0y6" fmla="*/ 720 h 720"/>
              <a:gd name="p0x7" fmla="*/ 161 w 720"/>
              <a:gd name="p0y7" fmla="*/ 720 h 720"/>
              <a:gd name="p0x8" fmla="*/ 0 w 720"/>
              <a:gd name="p0y8" fmla="*/ 558 h 720"/>
              <a:gd name="p0x9" fmla="*/ 0 w 720"/>
              <a:gd name="p0y9" fmla="*/ 360 h 720"/>
              <a:gd name="p0x10" fmla="*/ 0 w 720"/>
              <a:gd name="p0y10" fmla="*/ 161 h 720"/>
              <a:gd name="p0x11" fmla="*/ 161 w 720"/>
              <a:gd name="p0y11" fmla="*/ 0 h 720"/>
              <a:gd name="p0x12" fmla="*/ 360 w 720"/>
              <a:gd name="p0y12" fmla="*/ 0 h 7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314325" dist="76200" dir="5399999" algn="ctr" rotWithShape="0">
              <a:schemeClr val="accent2">
                <a:lumMod val="21534"/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7"/>
            </p:custDataLst>
          </p:nvPr>
        </p:nvSpPr>
        <p:spPr>
          <a:xfrm>
            <a:off x="5961380" y="3302635"/>
            <a:ext cx="459740" cy="2527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 spc="75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VS</a:t>
            </a:r>
            <a:endParaRPr sz="1500" b="1" spc="75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40+ API</a:t>
            </a:r>
            <a:r>
              <a:rPr lang="zh-CN" sz="3000" b="1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端点覆盖全流程</a:t>
            </a:r>
            <a:endParaRPr lang="zh-CN" sz="3000" b="1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71500" y="1081088"/>
            <a:ext cx="11049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40+</a:t>
            </a:r>
            <a:r>
              <a:rPr lang="en-US" sz="3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API</a:t>
            </a:r>
            <a:r>
              <a:rPr lang="zh-CN" altLang="en-US" sz="3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端点覆盖视频处理全流程</a:t>
            </a:r>
            <a:endParaRPr lang="zh-CN" altLang="en-US" sz="3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571500" y="1695450"/>
          <a:ext cx="11049000" cy="4781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9046"/>
                <a:gridCol w="2304078"/>
                <a:gridCol w="5855865"/>
              </a:tblGrid>
              <a:tr h="518144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71371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端点数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71371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代表功能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71371"/>
                      </a:schemeClr>
                    </a:solidFill>
                  </a:tcPr>
                </a:tc>
              </a:tr>
              <a:tr h="1065828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基础处理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15+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转换、压缩、裁剪、拼接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65828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智能剪辑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10+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字幕、配乐、滤镜、转场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</a:tr>
              <a:tr h="1065828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修复增强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5+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去噪、补帧、超分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65904">
                <a:tc>
                  <a:txBody>
                    <a:bodyPr wrap="square"/>
                    <a:p>
                      <a:pPr algn="l"/>
                      <a:r>
                        <a:rPr lang="en-US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Agent</a:t>
                      </a:r>
                      <a:r>
                        <a:rPr lang="zh-CN"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对话</a:t>
                      </a:r>
                      <a:endParaRPr lang="zh-CN"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6+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聊天、继续、状态管理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YOLO</a:t>
            </a:r>
            <a:r>
              <a:rPr lang="zh-CN" sz="3000" b="1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智能裁剪升级方案</a:t>
            </a:r>
            <a:endParaRPr lang="zh-CN" sz="3000" b="1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71500" y="1088707"/>
            <a:ext cx="493885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模型与精度双升级，推理速度提升</a:t>
            </a:r>
            <a:r>
              <a:rPr lang="en-US" sz="2100" b="1" spc="-21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r>
              <a:rPr lang="zh-CN" altLang="en-US" sz="2100" b="1" spc="-21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倍</a:t>
            </a:r>
            <a:endParaRPr lang="zh-CN" altLang="en-US" sz="2100" b="1" spc="-21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581025" y="1638300"/>
          <a:ext cx="11039473" cy="4838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014"/>
                <a:gridCol w="3311794"/>
                <a:gridCol w="4636665"/>
              </a:tblGrid>
              <a:tr h="527669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当前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升级后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718467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模型</a:t>
                      </a:r>
                      <a:endParaRPr sz="1500" b="1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YOLOv8n (nano)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YOLOv11x / YOLO-World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8467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参数量</a:t>
                      </a:r>
                      <a:endParaRPr sz="1500" b="1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3.2M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26M+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8467">
                <a:tc>
                  <a:txBody>
                    <a:bodyPr wrap="square"/>
                    <a:p>
                      <a:pPr algn="l"/>
                      <a:r>
                        <a:rPr lang="zh-CN" altLang="en-US" sz="1500" b="1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精度</a:t>
                      </a:r>
                      <a:r>
                        <a:rPr lang="en-US" altLang="zh-CN" sz="1500" b="1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(mAP)</a:t>
                      </a:r>
                      <a:endParaRPr lang="en-US" altLang="zh-CN" sz="1500" b="1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37.4%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rgbClr val="47A0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54.7%+</a:t>
                      </a:r>
                      <a:endParaRPr sz="1500" b="1" spc="-15">
                        <a:solidFill>
                          <a:srgbClr val="47A06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8467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推理设备</a:t>
                      </a:r>
                      <a:endParaRPr sz="1500" b="1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CPU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GPU (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昇腾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910B / RTX 3060)</a:t>
                      </a:r>
                      <a:endParaRPr lang="en-US" altLang="zh-CN"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8467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推理速度</a:t>
                      </a:r>
                      <a:endParaRPr sz="1500" b="1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~200ms/</a:t>
                      </a:r>
                      <a:r>
                        <a:rPr 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帧</a:t>
                      </a:r>
                      <a:endParaRPr lang="zh-CN"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1" spc="-15">
                          <a:solidFill>
                            <a:srgbClr val="47A0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~5ms/</a:t>
                      </a:r>
                      <a:r>
                        <a:rPr lang="zh-CN" sz="1500" b="1" spc="-15">
                          <a:solidFill>
                            <a:srgbClr val="47A0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帧</a:t>
                      </a:r>
                      <a:endParaRPr lang="zh-CN" sz="1500" b="1" spc="-15">
                        <a:solidFill>
                          <a:srgbClr val="47A0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8690">
                <a:tc>
                  <a:txBody>
                    <a:bodyPr wrap="square"/>
                    <a:p>
                      <a:pPr algn="l"/>
                      <a:r>
                        <a:rPr lang="en-US" sz="1500" b="1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GPU</a:t>
                      </a:r>
                      <a:r>
                        <a:rPr lang="zh-CN" sz="1500" b="1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显存需求</a:t>
                      </a:r>
                      <a:endParaRPr lang="zh-CN" sz="1500" b="1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2GB+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语音识别模型升级路线</a:t>
            </a:r>
            <a:endParaRPr sz="3000" b="1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581025" y="1114425"/>
          <a:ext cx="11039473" cy="5362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9868"/>
                <a:gridCol w="3311794"/>
                <a:gridCol w="4967811"/>
              </a:tblGrid>
              <a:tr h="527669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当前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升级后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966939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模型</a:t>
                      </a:r>
                      <a:endParaRPr sz="1500" b="1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Whisper base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Whisper large-v3 / SenseVoice</a:t>
                      </a:r>
                      <a:endParaRPr sz="1500" b="1" spc="-15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6939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参数量</a:t>
                      </a:r>
                      <a:endParaRPr sz="1500" b="1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74M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155M / 200M+</a:t>
                      </a:r>
                      <a:endParaRPr sz="1500" b="1" spc="-15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6939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语言支持</a:t>
                      </a:r>
                      <a:endParaRPr sz="1500" b="1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中英双语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100+ </a:t>
                      </a:r>
                      <a:r>
                        <a:rPr lang="zh-CN"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语言</a:t>
                      </a:r>
                      <a:endParaRPr lang="zh-CN" sz="1500" b="1" spc="-15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6939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识别准确率</a:t>
                      </a:r>
                      <a:endParaRPr sz="1500" b="1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~85%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~95%+</a:t>
                      </a:r>
                      <a:endParaRPr sz="1500" b="1" spc="-15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7158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推理设备</a:t>
                      </a:r>
                      <a:endParaRPr sz="1500" b="1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CPU</a:t>
                      </a:r>
                      <a:endParaRPr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GPU (</a:t>
                      </a:r>
                      <a:r>
                        <a:rPr lang="zh-CN" altLang="en-US"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昇腾</a:t>
                      </a:r>
                      <a:r>
                        <a:rPr lang="en-US" altLang="zh-CN" sz="1500" b="1" spc="-15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910B / RTX 3060)</a:t>
                      </a:r>
                      <a:endParaRPr lang="en-US" altLang="zh-CN" sz="1500" b="1" spc="-15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L>
                    <a:lnR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R>
                    <a:lnT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T>
                    <a:lnB w="9525">
                      <a:solidFill>
                        <a:schemeClr val="accent4">
                          <a:lumMod val="74997"/>
                          <a:lumOff val="25003"/>
                        </a:scheme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老视频修复增强方案</a:t>
            </a:r>
            <a:endParaRPr sz="3000" b="1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666750"/>
          </a:xfrm>
          <a:custGeom>
            <a:avLst/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150 w 17400"/>
              <a:gd name="p0y0" fmla="*/ 0 h 1050"/>
              <a:gd name="p0x1" fmla="*/ 17250 w 17400"/>
              <a:gd name="p0y1" fmla="*/ 0 h 1050"/>
              <a:gd name="p0x2" fmla="*/ 17332 w 17400"/>
              <a:gd name="p0y2" fmla="*/ 0 h 1050"/>
              <a:gd name="p0x3" fmla="*/ 17400 w 17400"/>
              <a:gd name="p0y3" fmla="*/ 67 h 1050"/>
              <a:gd name="p0x4" fmla="*/ 17400 w 17400"/>
              <a:gd name="p0y4" fmla="*/ 150 h 1050"/>
              <a:gd name="p0x5" fmla="*/ 17400 w 17400"/>
              <a:gd name="p0y5" fmla="*/ 900 h 1050"/>
              <a:gd name="p0x6" fmla="*/ 17400 w 17400"/>
              <a:gd name="p0y6" fmla="*/ 982 h 1050"/>
              <a:gd name="p0x7" fmla="*/ 17332 w 17400"/>
              <a:gd name="p0y7" fmla="*/ 1050 h 1050"/>
              <a:gd name="p0x8" fmla="*/ 17250 w 17400"/>
              <a:gd name="p0y8" fmla="*/ 1050 h 1050"/>
              <a:gd name="p0x9" fmla="*/ 150 w 17400"/>
              <a:gd name="p0y9" fmla="*/ 1050 h 1050"/>
              <a:gd name="p0x10" fmla="*/ 67 w 17400"/>
              <a:gd name="p0y10" fmla="*/ 1050 h 1050"/>
              <a:gd name="p0x11" fmla="*/ 0 w 17400"/>
              <a:gd name="p0y11" fmla="*/ 982 h 1050"/>
              <a:gd name="p0x12" fmla="*/ 0 w 17400"/>
              <a:gd name="p0y12" fmla="*/ 900 h 1050"/>
              <a:gd name="p0x13" fmla="*/ 0 w 17400"/>
              <a:gd name="p0y13" fmla="*/ 150 h 1050"/>
              <a:gd name="p0x14" fmla="*/ 0 w 17400"/>
              <a:gd name="p0y14" fmla="*/ 67 h 1050"/>
              <a:gd name="p0x15" fmla="*/ 67 w 17400"/>
              <a:gd name="p0y15" fmla="*/ 0 h 1050"/>
              <a:gd name="p0x16" fmla="*/ 150 w 1740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71371"/>
            </a:schemeClr>
          </a:solidFill>
          <a:ln>
            <a:noFill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000" y="1280160"/>
            <a:ext cx="3200552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从基础到智能，</a:t>
            </a:r>
            <a:r>
              <a:rPr b="1">
                <a:solidFill>
                  <a:srgbClr val="FFE9A8"/>
                </a:solidFill>
                <a:latin typeface="微软雅黑" panose="020B0503020204020204" charset="-122"/>
                <a:ea typeface="微软雅黑" panose="020B0503020204020204" charset="-122"/>
              </a:rPr>
              <a:t>重塑画质增强</a:t>
            </a:r>
            <a:endParaRPr b="1">
              <a:solidFill>
                <a:srgbClr val="FFE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5945" y="2277745"/>
            <a:ext cx="5400675" cy="4194175"/>
          </a:xfrm>
          <a:custGeom>
            <a:avLst/>
            <a:gdLst>
              <a:gd name="sw" fmla="*/ 1 w 8505"/>
              <a:gd name="sh" fmla="*/ 1 h 6605"/>
              <a:gd name="mins" fmla="min sw sh"/>
              <a:gd name="dsw" fmla="+- 0 sw mins"/>
              <a:gd name="dsh" fmla="+- 0 sh mins"/>
              <a:gd name="p0x0" fmla="*/ 150 w 8505"/>
              <a:gd name="p0y0" fmla="*/ 0 h 6605"/>
              <a:gd name="p0x1" fmla="*/ 8355 w 8505"/>
              <a:gd name="p0y1" fmla="*/ 0 h 6605"/>
              <a:gd name="p0x2" fmla="*/ 8437 w 8505"/>
              <a:gd name="p0y2" fmla="*/ 0 h 6605"/>
              <a:gd name="p0x3" fmla="*/ 8505 w 8505"/>
              <a:gd name="p0y3" fmla="*/ 67 h 6605"/>
              <a:gd name="p0x4" fmla="*/ 8505 w 8505"/>
              <a:gd name="p0y4" fmla="*/ 150 h 6605"/>
              <a:gd name="p0x5" fmla="*/ 8505 w 8505"/>
              <a:gd name="p0y5" fmla="*/ 6455 h 6605"/>
              <a:gd name="p0x6" fmla="*/ 8505 w 8505"/>
              <a:gd name="p0y6" fmla="*/ 6538 h 6605"/>
              <a:gd name="p0x7" fmla="*/ 8437 w 8505"/>
              <a:gd name="p0y7" fmla="*/ 6605 h 6605"/>
              <a:gd name="p0x8" fmla="*/ 8355 w 8505"/>
              <a:gd name="p0y8" fmla="*/ 6605 h 6605"/>
              <a:gd name="p0x9" fmla="*/ 150 w 8505"/>
              <a:gd name="p0y9" fmla="*/ 6605 h 6605"/>
              <a:gd name="p0x10" fmla="*/ 67 w 8505"/>
              <a:gd name="p0y10" fmla="*/ 6605 h 6605"/>
              <a:gd name="p0x11" fmla="*/ 0 w 8505"/>
              <a:gd name="p0y11" fmla="*/ 6538 h 6605"/>
              <a:gd name="p0x12" fmla="*/ 0 w 8505"/>
              <a:gd name="p0y12" fmla="*/ 6455 h 6605"/>
              <a:gd name="p0x13" fmla="*/ 0 w 8505"/>
              <a:gd name="p0y13" fmla="*/ 150 h 6605"/>
              <a:gd name="p0x14" fmla="*/ 0 w 8505"/>
              <a:gd name="p0y14" fmla="*/ 67 h 6605"/>
              <a:gd name="p0x15" fmla="*/ 67 w 8505"/>
              <a:gd name="p0y15" fmla="*/ 0 h 6605"/>
              <a:gd name="p0x16" fmla="*/ 150 w 8505"/>
              <a:gd name="p0y16" fmla="*/ 0 h 66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4">
                <a:lumMod val="74997"/>
                <a:lumOff val="2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5" name="组合 44"/>
          <p:cNvGrpSpPr/>
          <p:nvPr/>
        </p:nvGrpSpPr>
        <p:grpSpPr>
          <a:xfrm>
            <a:off x="733425" y="2396490"/>
            <a:ext cx="5086350" cy="370840"/>
            <a:chOff x="1155" y="3774"/>
            <a:chExt cx="8010" cy="584"/>
          </a:xfrm>
        </p:grpSpPr>
        <p:sp>
          <p:nvSpPr>
            <p:cNvPr id="8" name="任意多边形 7"/>
            <p:cNvSpPr/>
            <p:nvPr>
              <p:custDataLst>
                <p:tags r:id="rId5"/>
              </p:custDataLst>
            </p:nvPr>
          </p:nvSpPr>
          <p:spPr>
            <a:xfrm>
              <a:off x="1155" y="3774"/>
              <a:ext cx="8010" cy="585"/>
            </a:xfrm>
            <a:custGeom>
              <a:avLst/>
              <a:gdLst>
                <a:gd name="sw" fmla="*/ 1 w 8010"/>
                <a:gd name="sh" fmla="*/ 1 h 585"/>
                <a:gd name="mins" fmla="min sw sh"/>
                <a:gd name="dsw" fmla="+- 0 sw mins"/>
                <a:gd name="dsh" fmla="+- 0 sh mins"/>
                <a:gd name="p0x0" fmla="*/ 0 w 8010"/>
                <a:gd name="p0y0" fmla="*/ 0 h 585"/>
                <a:gd name="p0x1" fmla="*/ 8010 w 8010"/>
                <a:gd name="p0y1" fmla="*/ 0 h 585"/>
                <a:gd name="p0x2" fmla="*/ 8010 w 8010"/>
                <a:gd name="p0y2" fmla="*/ 585 h 585"/>
                <a:gd name="p0x3" fmla="*/ 0 w 8010"/>
                <a:gd name="p0y3" fmla="*/ 585 h 585"/>
                <a:gd name="p0x4" fmla="*/ 0 w 8010"/>
                <a:gd name="p0y4" fmla="*/ 0 h 58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6"/>
              </p:custDataLst>
            </p:nvPr>
          </p:nvSpPr>
          <p:spPr>
            <a:xfrm>
              <a:off x="1155" y="4344"/>
              <a:ext cx="8010" cy="15"/>
            </a:xfrm>
            <a:custGeom>
              <a:avLst/>
              <a:gdLst>
                <a:gd name="sw" fmla="*/ 1 w 8010"/>
                <a:gd name="sh" fmla="*/ 1 h 15"/>
                <a:gd name="mins" fmla="min sw sh"/>
                <a:gd name="dsw" fmla="+- 0 sw mins"/>
                <a:gd name="dsh" fmla="+- 0 sh mins"/>
                <a:gd name="p0x0" fmla="*/ 8010 w 8010"/>
                <a:gd name="p0y0" fmla="*/ 15 h 15"/>
                <a:gd name="p0x1" fmla="*/ 0 w 8010"/>
                <a:gd name="p0y1" fmla="*/ 15 h 15"/>
                <a:gd name="p0x2" fmla="*/ 0 w 8010"/>
                <a:gd name="p0y2" fmla="*/ 0 h 15"/>
                <a:gd name="p0x3" fmla="*/ 8010 w 8010"/>
                <a:gd name="p0y3" fmla="*/ 0 h 15"/>
                <a:gd name="p0x4" fmla="*/ 8010 w 80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4">
                <a:lumMod val="50712"/>
                <a:lumOff val="4928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733425" y="240601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790499" y="2439743"/>
            <a:ext cx="304876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chemeClr val="accent1">
                    <a:lumMod val="49411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递</a:t>
            </a:r>
            <a:endParaRPr sz="1200" b="1">
              <a:solidFill>
                <a:schemeClr val="accent1">
                  <a:lumMod val="49411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1076325" y="2381640"/>
            <a:ext cx="2484911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 spc="36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增强管线</a:t>
            </a:r>
            <a:r>
              <a:rPr lang="en-US" altLang="zh-CN" b="1" spc="36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b="1" spc="36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递进关系</a:t>
            </a:r>
            <a:endParaRPr lang="zh-CN" altLang="en-US" b="1" spc="36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>
            <a:off x="737870" y="3119120"/>
            <a:ext cx="5076825" cy="659130"/>
          </a:xfrm>
          <a:custGeom>
            <a:avLst/>
            <a:gdLst>
              <a:gd name="sw" fmla="*/ 1 w 7995"/>
              <a:gd name="sh" fmla="*/ 1 h 1037"/>
              <a:gd name="mins" fmla="min sw sh"/>
              <a:gd name="dsw" fmla="+- 0 sw mins"/>
              <a:gd name="dsh" fmla="+- 0 sh mins"/>
              <a:gd name="p0x0" fmla="*/ 60 w 7995"/>
              <a:gd name="p0y0" fmla="*/ 0 h 1037"/>
              <a:gd name="p0x1" fmla="*/ 7935 w 7995"/>
              <a:gd name="p0y1" fmla="*/ 0 h 1037"/>
              <a:gd name="p0x2" fmla="*/ 7968 w 7995"/>
              <a:gd name="p0y2" fmla="*/ 0 h 1037"/>
              <a:gd name="p0x3" fmla="*/ 7995 w 7995"/>
              <a:gd name="p0y3" fmla="*/ 26 h 1037"/>
              <a:gd name="p0x4" fmla="*/ 7995 w 7995"/>
              <a:gd name="p0y4" fmla="*/ 60 h 1037"/>
              <a:gd name="p0x5" fmla="*/ 7995 w 7995"/>
              <a:gd name="p0y5" fmla="*/ 977 h 1037"/>
              <a:gd name="p0x6" fmla="*/ 7995 w 7995"/>
              <a:gd name="p0y6" fmla="*/ 1010 h 1037"/>
              <a:gd name="p0x7" fmla="*/ 7968 w 7995"/>
              <a:gd name="p0y7" fmla="*/ 1037 h 1037"/>
              <a:gd name="p0x8" fmla="*/ 7935 w 7995"/>
              <a:gd name="p0y8" fmla="*/ 1037 h 1037"/>
              <a:gd name="p0x9" fmla="*/ 60 w 7995"/>
              <a:gd name="p0y9" fmla="*/ 1037 h 1037"/>
              <a:gd name="p0x10" fmla="*/ 26 w 7995"/>
              <a:gd name="p0y10" fmla="*/ 1037 h 1037"/>
              <a:gd name="p0x11" fmla="*/ 0 w 7995"/>
              <a:gd name="p0y11" fmla="*/ 1010 h 1037"/>
              <a:gd name="p0x12" fmla="*/ 0 w 7995"/>
              <a:gd name="p0y12" fmla="*/ 977 h 1037"/>
              <a:gd name="p0x13" fmla="*/ 0 w 7995"/>
              <a:gd name="p0y13" fmla="*/ 60 h 1037"/>
              <a:gd name="p0x14" fmla="*/ 0 w 7995"/>
              <a:gd name="p0y14" fmla="*/ 26 h 1037"/>
              <a:gd name="p0x15" fmla="*/ 26 w 7995"/>
              <a:gd name="p0y15" fmla="*/ 0 h 1037"/>
              <a:gd name="p0x16" fmla="*/ 60 w 7995"/>
              <a:gd name="p0y16" fmla="*/ 0 h 10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45167"/>
              <a:lumOff val="54833"/>
            </a:schemeClr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1"/>
            </p:custDataLst>
          </p:nvPr>
        </p:nvSpPr>
        <p:spPr>
          <a:xfrm>
            <a:off x="857250" y="3219450"/>
            <a:ext cx="762000" cy="228600"/>
          </a:xfrm>
          <a:custGeom>
            <a:avLst/>
            <a:gdLst>
              <a:gd name="sw" fmla="*/ 1 w 1200"/>
              <a:gd name="sh" fmla="*/ 1 h 360"/>
              <a:gd name="mins" fmla="min sw sh"/>
              <a:gd name="dsw" fmla="+- 0 sw mins"/>
              <a:gd name="dsh" fmla="+- 0 sh mins"/>
              <a:gd name="p0x0" fmla="*/ 60 w 1200"/>
              <a:gd name="p0y0" fmla="*/ 0 h 360"/>
              <a:gd name="p0x1" fmla="*/ 1140 w 1200"/>
              <a:gd name="p0y1" fmla="*/ 0 h 360"/>
              <a:gd name="p0x2" fmla="*/ 1173 w 1200"/>
              <a:gd name="p0y2" fmla="*/ 0 h 360"/>
              <a:gd name="p0x3" fmla="*/ 1200 w 1200"/>
              <a:gd name="p0y3" fmla="*/ 26 h 360"/>
              <a:gd name="p0x4" fmla="*/ 1200 w 1200"/>
              <a:gd name="p0y4" fmla="*/ 60 h 360"/>
              <a:gd name="p0x5" fmla="*/ 1200 w 1200"/>
              <a:gd name="p0y5" fmla="*/ 300 h 360"/>
              <a:gd name="p0x6" fmla="*/ 1200 w 1200"/>
              <a:gd name="p0y6" fmla="*/ 333 h 360"/>
              <a:gd name="p0x7" fmla="*/ 1173 w 1200"/>
              <a:gd name="p0y7" fmla="*/ 360 h 360"/>
              <a:gd name="p0x8" fmla="*/ 1140 w 1200"/>
              <a:gd name="p0y8" fmla="*/ 360 h 360"/>
              <a:gd name="p0x9" fmla="*/ 60 w 1200"/>
              <a:gd name="p0y9" fmla="*/ 360 h 360"/>
              <a:gd name="p0x10" fmla="*/ 26 w 1200"/>
              <a:gd name="p0y10" fmla="*/ 360 h 360"/>
              <a:gd name="p0x11" fmla="*/ 0 w 1200"/>
              <a:gd name="p0y11" fmla="*/ 333 h 360"/>
              <a:gd name="p0x12" fmla="*/ 0 w 1200"/>
              <a:gd name="p0y12" fmla="*/ 300 h 360"/>
              <a:gd name="p0x13" fmla="*/ 0 w 1200"/>
              <a:gd name="p0y13" fmla="*/ 60 h 360"/>
              <a:gd name="p0x14" fmla="*/ 0 w 1200"/>
              <a:gd name="p0y14" fmla="*/ 26 h 360"/>
              <a:gd name="p0x15" fmla="*/ 26 w 1200"/>
              <a:gd name="p0y15" fmla="*/ 0 h 360"/>
              <a:gd name="p0x16" fmla="*/ 60 w 1200"/>
              <a:gd name="p0y16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933450" y="3230080"/>
            <a:ext cx="7620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49411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超分辨率</a:t>
            </a:r>
            <a:endParaRPr sz="1200" b="1">
              <a:solidFill>
                <a:schemeClr val="accent1">
                  <a:lumMod val="49411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1695526" y="3188646"/>
            <a:ext cx="4000424" cy="5200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lang="en-US" altLang="en-US" sz="13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FFmpeg </a:t>
            </a:r>
            <a:r>
              <a:rPr lang="zh-CN" altLang="en-US" sz="13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基础放大</a:t>
            </a:r>
            <a:r>
              <a:rPr lang="en-US" altLang="zh-CN" sz="13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Real-ESRGAN / GFPGAN</a:t>
            </a:r>
            <a:r>
              <a:rPr sz="13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，真实细节重建</a:t>
            </a:r>
            <a:endParaRPr sz="135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4"/>
            </p:custDataLst>
          </p:nvPr>
        </p:nvSpPr>
        <p:spPr>
          <a:xfrm>
            <a:off x="737870" y="4134485"/>
            <a:ext cx="5076825" cy="410210"/>
          </a:xfrm>
          <a:custGeom>
            <a:avLst/>
            <a:gdLst>
              <a:gd name="sw" fmla="*/ 1 w 7995"/>
              <a:gd name="sh" fmla="*/ 1 h 646"/>
              <a:gd name="mins" fmla="min sw sh"/>
              <a:gd name="dsw" fmla="+- 0 sw mins"/>
              <a:gd name="dsh" fmla="+- 0 sh mins"/>
              <a:gd name="p0x0" fmla="*/ 60 w 7995"/>
              <a:gd name="p0y0" fmla="*/ 0 h 646"/>
              <a:gd name="p0x1" fmla="*/ 7935 w 7995"/>
              <a:gd name="p0y1" fmla="*/ 0 h 646"/>
              <a:gd name="p0x2" fmla="*/ 7968 w 7995"/>
              <a:gd name="p0y2" fmla="*/ 0 h 646"/>
              <a:gd name="p0x3" fmla="*/ 7995 w 7995"/>
              <a:gd name="p0y3" fmla="*/ 26 h 646"/>
              <a:gd name="p0x4" fmla="*/ 7995 w 7995"/>
              <a:gd name="p0y4" fmla="*/ 60 h 646"/>
              <a:gd name="p0x5" fmla="*/ 7995 w 7995"/>
              <a:gd name="p0y5" fmla="*/ 586 h 646"/>
              <a:gd name="p0x6" fmla="*/ 7995 w 7995"/>
              <a:gd name="p0y6" fmla="*/ 619 h 646"/>
              <a:gd name="p0x7" fmla="*/ 7968 w 7995"/>
              <a:gd name="p0y7" fmla="*/ 646 h 646"/>
              <a:gd name="p0x8" fmla="*/ 7935 w 7995"/>
              <a:gd name="p0y8" fmla="*/ 646 h 646"/>
              <a:gd name="p0x9" fmla="*/ 60 w 7995"/>
              <a:gd name="p0y9" fmla="*/ 646 h 646"/>
              <a:gd name="p0x10" fmla="*/ 26 w 7995"/>
              <a:gd name="p0y10" fmla="*/ 646 h 646"/>
              <a:gd name="p0x11" fmla="*/ 0 w 7995"/>
              <a:gd name="p0y11" fmla="*/ 619 h 646"/>
              <a:gd name="p0x12" fmla="*/ 0 w 7995"/>
              <a:gd name="p0y12" fmla="*/ 586 h 646"/>
              <a:gd name="p0x13" fmla="*/ 0 w 7995"/>
              <a:gd name="p0y13" fmla="*/ 60 h 646"/>
              <a:gd name="p0x14" fmla="*/ 0 w 7995"/>
              <a:gd name="p0y14" fmla="*/ 26 h 646"/>
              <a:gd name="p0x15" fmla="*/ 26 w 7995"/>
              <a:gd name="p0y15" fmla="*/ 0 h 646"/>
              <a:gd name="p0x16" fmla="*/ 60 w 7995"/>
              <a:gd name="p0y16" fmla="*/ 0 h 64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45167"/>
              <a:lumOff val="54833"/>
            </a:schemeClr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5"/>
            </p:custDataLst>
          </p:nvPr>
        </p:nvSpPr>
        <p:spPr>
          <a:xfrm>
            <a:off x="857250" y="4234180"/>
            <a:ext cx="457200" cy="228600"/>
          </a:xfrm>
          <a:custGeom>
            <a:avLst/>
            <a:gdLst>
              <a:gd name="sw" fmla="*/ 1 w 720"/>
              <a:gd name="sh" fmla="*/ 1 h 360"/>
              <a:gd name="mins" fmla="min sw sh"/>
              <a:gd name="dsw" fmla="+- 0 sw mins"/>
              <a:gd name="dsh" fmla="+- 0 sh mins"/>
              <a:gd name="p0x0" fmla="*/ 60 w 720"/>
              <a:gd name="p0y0" fmla="*/ 0 h 360"/>
              <a:gd name="p0x1" fmla="*/ 660 w 720"/>
              <a:gd name="p0y1" fmla="*/ 0 h 360"/>
              <a:gd name="p0x2" fmla="*/ 693 w 720"/>
              <a:gd name="p0y2" fmla="*/ 0 h 360"/>
              <a:gd name="p0x3" fmla="*/ 720 w 720"/>
              <a:gd name="p0y3" fmla="*/ 26 h 360"/>
              <a:gd name="p0x4" fmla="*/ 720 w 720"/>
              <a:gd name="p0y4" fmla="*/ 60 h 360"/>
              <a:gd name="p0x5" fmla="*/ 720 w 720"/>
              <a:gd name="p0y5" fmla="*/ 300 h 360"/>
              <a:gd name="p0x6" fmla="*/ 720 w 720"/>
              <a:gd name="p0y6" fmla="*/ 333 h 360"/>
              <a:gd name="p0x7" fmla="*/ 693 w 720"/>
              <a:gd name="p0y7" fmla="*/ 360 h 360"/>
              <a:gd name="p0x8" fmla="*/ 660 w 720"/>
              <a:gd name="p0y8" fmla="*/ 360 h 360"/>
              <a:gd name="p0x9" fmla="*/ 60 w 720"/>
              <a:gd name="p0y9" fmla="*/ 360 h 360"/>
              <a:gd name="p0x10" fmla="*/ 26 w 720"/>
              <a:gd name="p0y10" fmla="*/ 360 h 360"/>
              <a:gd name="p0x11" fmla="*/ 0 w 720"/>
              <a:gd name="p0y11" fmla="*/ 333 h 360"/>
              <a:gd name="p0x12" fmla="*/ 0 w 720"/>
              <a:gd name="p0y12" fmla="*/ 300 h 360"/>
              <a:gd name="p0x13" fmla="*/ 0 w 720"/>
              <a:gd name="p0y13" fmla="*/ 60 h 360"/>
              <a:gd name="p0x14" fmla="*/ 0 w 720"/>
              <a:gd name="p0y14" fmla="*/ 26 h 360"/>
              <a:gd name="p0x15" fmla="*/ 26 w 720"/>
              <a:gd name="p0y15" fmla="*/ 0 h 360"/>
              <a:gd name="p0x16" fmla="*/ 60 w 720"/>
              <a:gd name="p0y16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6"/>
            </p:custDataLst>
          </p:nvPr>
        </p:nvSpPr>
        <p:spPr>
          <a:xfrm>
            <a:off x="933450" y="4245092"/>
            <a:ext cx="4572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49411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补帧</a:t>
            </a:r>
            <a:endParaRPr sz="1200" b="1">
              <a:solidFill>
                <a:schemeClr val="accent1">
                  <a:lumMod val="49411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7"/>
            </p:custDataLst>
          </p:nvPr>
        </p:nvSpPr>
        <p:spPr>
          <a:xfrm>
            <a:off x="1390726" y="4203659"/>
            <a:ext cx="3703139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lang="en-US" altLang="en-US" sz="13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FFmpeg </a:t>
            </a:r>
            <a:r>
              <a:rPr lang="zh-CN" altLang="en-US" sz="13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插值</a:t>
            </a:r>
            <a:r>
              <a:rPr lang="en-US" altLang="zh-CN" sz="13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en-US" altLang="zh-CN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RIFE / AI </a:t>
            </a:r>
            <a:r>
              <a:rPr lang="zh-CN" altLang="en-US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光流</a:t>
            </a:r>
            <a:r>
              <a:rPr sz="13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，运动连贯</a:t>
            </a:r>
            <a:endParaRPr sz="135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18"/>
            </p:custDataLst>
          </p:nvPr>
        </p:nvSpPr>
        <p:spPr>
          <a:xfrm>
            <a:off x="737870" y="4900930"/>
            <a:ext cx="5076825" cy="410210"/>
          </a:xfrm>
          <a:custGeom>
            <a:avLst/>
            <a:gdLst>
              <a:gd name="sw" fmla="*/ 1 w 7995"/>
              <a:gd name="sh" fmla="*/ 1 h 646"/>
              <a:gd name="mins" fmla="min sw sh"/>
              <a:gd name="dsw" fmla="+- 0 sw mins"/>
              <a:gd name="dsh" fmla="+- 0 sh mins"/>
              <a:gd name="p0x0" fmla="*/ 60 w 7995"/>
              <a:gd name="p0y0" fmla="*/ 0 h 646"/>
              <a:gd name="p0x1" fmla="*/ 7935 w 7995"/>
              <a:gd name="p0y1" fmla="*/ 0 h 646"/>
              <a:gd name="p0x2" fmla="*/ 7968 w 7995"/>
              <a:gd name="p0y2" fmla="*/ 0 h 646"/>
              <a:gd name="p0x3" fmla="*/ 7995 w 7995"/>
              <a:gd name="p0y3" fmla="*/ 26 h 646"/>
              <a:gd name="p0x4" fmla="*/ 7995 w 7995"/>
              <a:gd name="p0y4" fmla="*/ 60 h 646"/>
              <a:gd name="p0x5" fmla="*/ 7995 w 7995"/>
              <a:gd name="p0y5" fmla="*/ 586 h 646"/>
              <a:gd name="p0x6" fmla="*/ 7995 w 7995"/>
              <a:gd name="p0y6" fmla="*/ 619 h 646"/>
              <a:gd name="p0x7" fmla="*/ 7968 w 7995"/>
              <a:gd name="p0y7" fmla="*/ 646 h 646"/>
              <a:gd name="p0x8" fmla="*/ 7935 w 7995"/>
              <a:gd name="p0y8" fmla="*/ 646 h 646"/>
              <a:gd name="p0x9" fmla="*/ 60 w 7995"/>
              <a:gd name="p0y9" fmla="*/ 646 h 646"/>
              <a:gd name="p0x10" fmla="*/ 26 w 7995"/>
              <a:gd name="p0y10" fmla="*/ 646 h 646"/>
              <a:gd name="p0x11" fmla="*/ 0 w 7995"/>
              <a:gd name="p0y11" fmla="*/ 619 h 646"/>
              <a:gd name="p0x12" fmla="*/ 0 w 7995"/>
              <a:gd name="p0y12" fmla="*/ 586 h 646"/>
              <a:gd name="p0x13" fmla="*/ 0 w 7995"/>
              <a:gd name="p0y13" fmla="*/ 60 h 646"/>
              <a:gd name="p0x14" fmla="*/ 0 w 7995"/>
              <a:gd name="p0y14" fmla="*/ 26 h 646"/>
              <a:gd name="p0x15" fmla="*/ 26 w 7995"/>
              <a:gd name="p0y15" fmla="*/ 0 h 646"/>
              <a:gd name="p0x16" fmla="*/ 60 w 7995"/>
              <a:gd name="p0y16" fmla="*/ 0 h 64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45167"/>
              <a:lumOff val="54833"/>
            </a:schemeClr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19"/>
            </p:custDataLst>
          </p:nvPr>
        </p:nvSpPr>
        <p:spPr>
          <a:xfrm>
            <a:off x="857250" y="5000625"/>
            <a:ext cx="457200" cy="228600"/>
          </a:xfrm>
          <a:custGeom>
            <a:avLst/>
            <a:gdLst>
              <a:gd name="sw" fmla="*/ 1 w 720"/>
              <a:gd name="sh" fmla="*/ 1 h 360"/>
              <a:gd name="mins" fmla="min sw sh"/>
              <a:gd name="dsw" fmla="+- 0 sw mins"/>
              <a:gd name="dsh" fmla="+- 0 sh mins"/>
              <a:gd name="p0x0" fmla="*/ 60 w 720"/>
              <a:gd name="p0y0" fmla="*/ 0 h 360"/>
              <a:gd name="p0x1" fmla="*/ 660 w 720"/>
              <a:gd name="p0y1" fmla="*/ 0 h 360"/>
              <a:gd name="p0x2" fmla="*/ 693 w 720"/>
              <a:gd name="p0y2" fmla="*/ 0 h 360"/>
              <a:gd name="p0x3" fmla="*/ 720 w 720"/>
              <a:gd name="p0y3" fmla="*/ 26 h 360"/>
              <a:gd name="p0x4" fmla="*/ 720 w 720"/>
              <a:gd name="p0y4" fmla="*/ 60 h 360"/>
              <a:gd name="p0x5" fmla="*/ 720 w 720"/>
              <a:gd name="p0y5" fmla="*/ 300 h 360"/>
              <a:gd name="p0x6" fmla="*/ 720 w 720"/>
              <a:gd name="p0y6" fmla="*/ 333 h 360"/>
              <a:gd name="p0x7" fmla="*/ 693 w 720"/>
              <a:gd name="p0y7" fmla="*/ 360 h 360"/>
              <a:gd name="p0x8" fmla="*/ 660 w 720"/>
              <a:gd name="p0y8" fmla="*/ 360 h 360"/>
              <a:gd name="p0x9" fmla="*/ 60 w 720"/>
              <a:gd name="p0y9" fmla="*/ 360 h 360"/>
              <a:gd name="p0x10" fmla="*/ 26 w 720"/>
              <a:gd name="p0y10" fmla="*/ 360 h 360"/>
              <a:gd name="p0x11" fmla="*/ 0 w 720"/>
              <a:gd name="p0y11" fmla="*/ 333 h 360"/>
              <a:gd name="p0x12" fmla="*/ 0 w 720"/>
              <a:gd name="p0y12" fmla="*/ 300 h 360"/>
              <a:gd name="p0x13" fmla="*/ 0 w 720"/>
              <a:gd name="p0y13" fmla="*/ 60 h 360"/>
              <a:gd name="p0x14" fmla="*/ 0 w 720"/>
              <a:gd name="p0y14" fmla="*/ 26 h 360"/>
              <a:gd name="p0x15" fmla="*/ 26 w 720"/>
              <a:gd name="p0y15" fmla="*/ 0 h 360"/>
              <a:gd name="p0x16" fmla="*/ 60 w 720"/>
              <a:gd name="p0y16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0"/>
            </p:custDataLst>
          </p:nvPr>
        </p:nvSpPr>
        <p:spPr>
          <a:xfrm>
            <a:off x="933450" y="5011550"/>
            <a:ext cx="4572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49411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去噪</a:t>
            </a:r>
            <a:endParaRPr sz="1200" b="1">
              <a:solidFill>
                <a:schemeClr val="accent1">
                  <a:lumMod val="49411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1"/>
            </p:custDataLst>
          </p:nvPr>
        </p:nvSpPr>
        <p:spPr>
          <a:xfrm>
            <a:off x="1390726" y="4970116"/>
            <a:ext cx="3049114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3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FFmpeg hqdn3d → </a:t>
            </a: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DenoiseGAN</a:t>
            </a:r>
            <a:endParaRPr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2"/>
            </p:custDataLst>
          </p:nvPr>
        </p:nvSpPr>
        <p:spPr>
          <a:xfrm>
            <a:off x="737870" y="5667375"/>
            <a:ext cx="5076825" cy="410210"/>
          </a:xfrm>
          <a:custGeom>
            <a:avLst/>
            <a:gdLst>
              <a:gd name="sw" fmla="*/ 1 w 7995"/>
              <a:gd name="sh" fmla="*/ 1 h 646"/>
              <a:gd name="mins" fmla="min sw sh"/>
              <a:gd name="dsw" fmla="+- 0 sw mins"/>
              <a:gd name="dsh" fmla="+- 0 sh mins"/>
              <a:gd name="p0x0" fmla="*/ 60 w 7995"/>
              <a:gd name="p0y0" fmla="*/ 0 h 646"/>
              <a:gd name="p0x1" fmla="*/ 7935 w 7995"/>
              <a:gd name="p0y1" fmla="*/ 0 h 646"/>
              <a:gd name="p0x2" fmla="*/ 7968 w 7995"/>
              <a:gd name="p0y2" fmla="*/ 0 h 646"/>
              <a:gd name="p0x3" fmla="*/ 7995 w 7995"/>
              <a:gd name="p0y3" fmla="*/ 26 h 646"/>
              <a:gd name="p0x4" fmla="*/ 7995 w 7995"/>
              <a:gd name="p0y4" fmla="*/ 60 h 646"/>
              <a:gd name="p0x5" fmla="*/ 7995 w 7995"/>
              <a:gd name="p0y5" fmla="*/ 586 h 646"/>
              <a:gd name="p0x6" fmla="*/ 7995 w 7995"/>
              <a:gd name="p0y6" fmla="*/ 619 h 646"/>
              <a:gd name="p0x7" fmla="*/ 7968 w 7995"/>
              <a:gd name="p0y7" fmla="*/ 646 h 646"/>
              <a:gd name="p0x8" fmla="*/ 7935 w 7995"/>
              <a:gd name="p0y8" fmla="*/ 646 h 646"/>
              <a:gd name="p0x9" fmla="*/ 60 w 7995"/>
              <a:gd name="p0y9" fmla="*/ 646 h 646"/>
              <a:gd name="p0x10" fmla="*/ 26 w 7995"/>
              <a:gd name="p0y10" fmla="*/ 646 h 646"/>
              <a:gd name="p0x11" fmla="*/ 0 w 7995"/>
              <a:gd name="p0y11" fmla="*/ 619 h 646"/>
              <a:gd name="p0x12" fmla="*/ 0 w 7995"/>
              <a:gd name="p0y12" fmla="*/ 586 h 646"/>
              <a:gd name="p0x13" fmla="*/ 0 w 7995"/>
              <a:gd name="p0y13" fmla="*/ 60 h 646"/>
              <a:gd name="p0x14" fmla="*/ 0 w 7995"/>
              <a:gd name="p0y14" fmla="*/ 26 h 646"/>
              <a:gd name="p0x15" fmla="*/ 26 w 7995"/>
              <a:gd name="p0y15" fmla="*/ 0 h 646"/>
              <a:gd name="p0x16" fmla="*/ 60 w 7995"/>
              <a:gd name="p0y16" fmla="*/ 0 h 64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45167"/>
              <a:lumOff val="54833"/>
            </a:schemeClr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23"/>
            </p:custDataLst>
          </p:nvPr>
        </p:nvSpPr>
        <p:spPr>
          <a:xfrm>
            <a:off x="857250" y="5767070"/>
            <a:ext cx="762000" cy="228600"/>
          </a:xfrm>
          <a:custGeom>
            <a:avLst/>
            <a:gdLst>
              <a:gd name="sw" fmla="*/ 1 w 1200"/>
              <a:gd name="sh" fmla="*/ 1 h 360"/>
              <a:gd name="mins" fmla="min sw sh"/>
              <a:gd name="dsw" fmla="+- 0 sw mins"/>
              <a:gd name="dsh" fmla="+- 0 sh mins"/>
              <a:gd name="p0x0" fmla="*/ 60 w 1200"/>
              <a:gd name="p0y0" fmla="*/ 0 h 360"/>
              <a:gd name="p0x1" fmla="*/ 1140 w 1200"/>
              <a:gd name="p0y1" fmla="*/ 0 h 360"/>
              <a:gd name="p0x2" fmla="*/ 1173 w 1200"/>
              <a:gd name="p0y2" fmla="*/ 0 h 360"/>
              <a:gd name="p0x3" fmla="*/ 1200 w 1200"/>
              <a:gd name="p0y3" fmla="*/ 26 h 360"/>
              <a:gd name="p0x4" fmla="*/ 1200 w 1200"/>
              <a:gd name="p0y4" fmla="*/ 60 h 360"/>
              <a:gd name="p0x5" fmla="*/ 1200 w 1200"/>
              <a:gd name="p0y5" fmla="*/ 300 h 360"/>
              <a:gd name="p0x6" fmla="*/ 1200 w 1200"/>
              <a:gd name="p0y6" fmla="*/ 333 h 360"/>
              <a:gd name="p0x7" fmla="*/ 1173 w 1200"/>
              <a:gd name="p0y7" fmla="*/ 360 h 360"/>
              <a:gd name="p0x8" fmla="*/ 1140 w 1200"/>
              <a:gd name="p0y8" fmla="*/ 360 h 360"/>
              <a:gd name="p0x9" fmla="*/ 60 w 1200"/>
              <a:gd name="p0y9" fmla="*/ 360 h 360"/>
              <a:gd name="p0x10" fmla="*/ 26 w 1200"/>
              <a:gd name="p0y10" fmla="*/ 360 h 360"/>
              <a:gd name="p0x11" fmla="*/ 0 w 1200"/>
              <a:gd name="p0y11" fmla="*/ 333 h 360"/>
              <a:gd name="p0x12" fmla="*/ 0 w 1200"/>
              <a:gd name="p0y12" fmla="*/ 300 h 360"/>
              <a:gd name="p0x13" fmla="*/ 0 w 1200"/>
              <a:gd name="p0y13" fmla="*/ 60 h 360"/>
              <a:gd name="p0x14" fmla="*/ 0 w 1200"/>
              <a:gd name="p0y14" fmla="*/ 26 h 360"/>
              <a:gd name="p0x15" fmla="*/ 26 w 1200"/>
              <a:gd name="p0y15" fmla="*/ 0 h 360"/>
              <a:gd name="p0x16" fmla="*/ 60 w 1200"/>
              <a:gd name="p0y16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4"/>
            </p:custDataLst>
          </p:nvPr>
        </p:nvSpPr>
        <p:spPr>
          <a:xfrm>
            <a:off x="933450" y="5778017"/>
            <a:ext cx="7620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49411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色彩增强</a:t>
            </a:r>
            <a:endParaRPr sz="1200" b="1">
              <a:solidFill>
                <a:schemeClr val="accent1">
                  <a:lumMod val="49411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5"/>
            </p:custDataLst>
          </p:nvPr>
        </p:nvSpPr>
        <p:spPr>
          <a:xfrm>
            <a:off x="1695526" y="5736584"/>
            <a:ext cx="3034455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lang="zh-CN" altLang="en-US" sz="13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基础校正</a:t>
            </a:r>
            <a:r>
              <a:rPr lang="en-US" altLang="zh-CN" sz="13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DeOldify</a:t>
            </a:r>
            <a:r>
              <a:rPr sz="13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，黑白彩色化</a:t>
            </a:r>
            <a:endParaRPr sz="135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26"/>
            </p:custDataLst>
          </p:nvPr>
        </p:nvSpPr>
        <p:spPr>
          <a:xfrm>
            <a:off x="6214745" y="2277745"/>
            <a:ext cx="5400675" cy="4194175"/>
          </a:xfrm>
          <a:custGeom>
            <a:avLst/>
            <a:gdLst>
              <a:gd name="sw" fmla="*/ 1 w 8505"/>
              <a:gd name="sh" fmla="*/ 1 h 6605"/>
              <a:gd name="mins" fmla="min sw sh"/>
              <a:gd name="dsw" fmla="+- 0 sw mins"/>
              <a:gd name="dsh" fmla="+- 0 sh mins"/>
              <a:gd name="p0x0" fmla="*/ 150 w 8505"/>
              <a:gd name="p0y0" fmla="*/ 0 h 6605"/>
              <a:gd name="p0x1" fmla="*/ 8355 w 8505"/>
              <a:gd name="p0y1" fmla="*/ 0 h 6605"/>
              <a:gd name="p0x2" fmla="*/ 8437 w 8505"/>
              <a:gd name="p0y2" fmla="*/ 0 h 6605"/>
              <a:gd name="p0x3" fmla="*/ 8505 w 8505"/>
              <a:gd name="p0y3" fmla="*/ 67 h 6605"/>
              <a:gd name="p0x4" fmla="*/ 8505 w 8505"/>
              <a:gd name="p0y4" fmla="*/ 150 h 6605"/>
              <a:gd name="p0x5" fmla="*/ 8505 w 8505"/>
              <a:gd name="p0y5" fmla="*/ 6455 h 6605"/>
              <a:gd name="p0x6" fmla="*/ 8505 w 8505"/>
              <a:gd name="p0y6" fmla="*/ 6538 h 6605"/>
              <a:gd name="p0x7" fmla="*/ 8437 w 8505"/>
              <a:gd name="p0y7" fmla="*/ 6605 h 6605"/>
              <a:gd name="p0x8" fmla="*/ 8355 w 8505"/>
              <a:gd name="p0y8" fmla="*/ 6605 h 6605"/>
              <a:gd name="p0x9" fmla="*/ 150 w 8505"/>
              <a:gd name="p0y9" fmla="*/ 6605 h 6605"/>
              <a:gd name="p0x10" fmla="*/ 67 w 8505"/>
              <a:gd name="p0y10" fmla="*/ 6605 h 6605"/>
              <a:gd name="p0x11" fmla="*/ 0 w 8505"/>
              <a:gd name="p0y11" fmla="*/ 6538 h 6605"/>
              <a:gd name="p0x12" fmla="*/ 0 w 8505"/>
              <a:gd name="p0y12" fmla="*/ 6455 h 6605"/>
              <a:gd name="p0x13" fmla="*/ 0 w 8505"/>
              <a:gd name="p0y13" fmla="*/ 150 h 6605"/>
              <a:gd name="p0x14" fmla="*/ 0 w 8505"/>
              <a:gd name="p0y14" fmla="*/ 67 h 6605"/>
              <a:gd name="p0x15" fmla="*/ 67 w 8505"/>
              <a:gd name="p0y15" fmla="*/ 0 h 6605"/>
              <a:gd name="p0x16" fmla="*/ 150 w 8505"/>
              <a:gd name="p0y16" fmla="*/ 0 h 66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4">
                <a:lumMod val="74997"/>
                <a:lumOff val="2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6" name="组合 45"/>
          <p:cNvGrpSpPr/>
          <p:nvPr/>
        </p:nvGrpSpPr>
        <p:grpSpPr>
          <a:xfrm>
            <a:off x="6372225" y="2396490"/>
            <a:ext cx="5086350" cy="370840"/>
            <a:chOff x="10035" y="3774"/>
            <a:chExt cx="8010" cy="584"/>
          </a:xfrm>
        </p:grpSpPr>
        <p:sp>
          <p:nvSpPr>
            <p:cNvPr id="31" name="任意多边形 30"/>
            <p:cNvSpPr/>
            <p:nvPr>
              <p:custDataLst>
                <p:tags r:id="rId27"/>
              </p:custDataLst>
            </p:nvPr>
          </p:nvSpPr>
          <p:spPr>
            <a:xfrm>
              <a:off x="10035" y="3774"/>
              <a:ext cx="8010" cy="585"/>
            </a:xfrm>
            <a:custGeom>
              <a:avLst/>
              <a:gdLst>
                <a:gd name="sw" fmla="*/ 1 w 8010"/>
                <a:gd name="sh" fmla="*/ 1 h 585"/>
                <a:gd name="mins" fmla="min sw sh"/>
                <a:gd name="dsw" fmla="+- 0 sw mins"/>
                <a:gd name="dsh" fmla="+- 0 sh mins"/>
                <a:gd name="p0x0" fmla="*/ 0 w 8010"/>
                <a:gd name="p0y0" fmla="*/ 0 h 585"/>
                <a:gd name="p0x1" fmla="*/ 8010 w 8010"/>
                <a:gd name="p0y1" fmla="*/ 0 h 585"/>
                <a:gd name="p0x2" fmla="*/ 8010 w 8010"/>
                <a:gd name="p0y2" fmla="*/ 585 h 585"/>
                <a:gd name="p0x3" fmla="*/ 0 w 8010"/>
                <a:gd name="p0y3" fmla="*/ 585 h 585"/>
                <a:gd name="p0x4" fmla="*/ 0 w 8010"/>
                <a:gd name="p0y4" fmla="*/ 0 h 58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任意多边形 31"/>
            <p:cNvSpPr/>
            <p:nvPr>
              <p:custDataLst>
                <p:tags r:id="rId28"/>
              </p:custDataLst>
            </p:nvPr>
          </p:nvSpPr>
          <p:spPr>
            <a:xfrm>
              <a:off x="10035" y="4344"/>
              <a:ext cx="8010" cy="15"/>
            </a:xfrm>
            <a:custGeom>
              <a:avLst/>
              <a:gdLst>
                <a:gd name="sw" fmla="*/ 1 w 8010"/>
                <a:gd name="sh" fmla="*/ 1 h 15"/>
                <a:gd name="mins" fmla="min sw sh"/>
                <a:gd name="dsw" fmla="+- 0 sw mins"/>
                <a:gd name="dsh" fmla="+- 0 sh mins"/>
                <a:gd name="p0x0" fmla="*/ 8010 w 8010"/>
                <a:gd name="p0y0" fmla="*/ 15 h 15"/>
                <a:gd name="p0x1" fmla="*/ 0 w 8010"/>
                <a:gd name="p0y1" fmla="*/ 15 h 15"/>
                <a:gd name="p0x2" fmla="*/ 0 w 8010"/>
                <a:gd name="p0y2" fmla="*/ 0 h 15"/>
                <a:gd name="p0x3" fmla="*/ 8010 w 8010"/>
                <a:gd name="p0y3" fmla="*/ 0 h 15"/>
                <a:gd name="p0x4" fmla="*/ 8010 w 80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4">
                <a:lumMod val="50712"/>
                <a:lumOff val="4928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4" name="任意多边形 33"/>
          <p:cNvSpPr/>
          <p:nvPr>
            <p:custDataLst>
              <p:tags r:id="rId29"/>
            </p:custDataLst>
          </p:nvPr>
        </p:nvSpPr>
        <p:spPr>
          <a:xfrm>
            <a:off x="6372225" y="240601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0"/>
            </p:custDataLst>
          </p:nvPr>
        </p:nvSpPr>
        <p:spPr>
          <a:xfrm>
            <a:off x="6429299" y="2439743"/>
            <a:ext cx="304876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chemeClr val="accent1">
                    <a:lumMod val="49411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需</a:t>
            </a:r>
            <a:endParaRPr sz="1200" b="1">
              <a:solidFill>
                <a:schemeClr val="accent1">
                  <a:lumMod val="49411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1"/>
            </p:custDataLst>
          </p:nvPr>
        </p:nvSpPr>
        <p:spPr>
          <a:xfrm>
            <a:off x="6715125" y="2381640"/>
            <a:ext cx="2484911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 spc="36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运行环境</a:t>
            </a:r>
            <a:r>
              <a:rPr lang="en-US" altLang="zh-CN" b="1" spc="36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b="1" spc="36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所需资源</a:t>
            </a:r>
            <a:endParaRPr lang="zh-CN" altLang="en-US" b="1" spc="36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32"/>
            </p:custDataLst>
          </p:nvPr>
        </p:nvSpPr>
        <p:spPr>
          <a:xfrm>
            <a:off x="6376670" y="3712845"/>
            <a:ext cx="5076825" cy="410845"/>
          </a:xfrm>
          <a:custGeom>
            <a:avLst/>
            <a:gdLst>
              <a:gd name="sw" fmla="*/ 1 w 7995"/>
              <a:gd name="sh" fmla="*/ 1 h 646"/>
              <a:gd name="mins" fmla="min sw sh"/>
              <a:gd name="dsw" fmla="+- 0 sw mins"/>
              <a:gd name="dsh" fmla="+- 0 sh mins"/>
              <a:gd name="p0x0" fmla="*/ 60 w 7995"/>
              <a:gd name="p0y0" fmla="*/ 0 h 646"/>
              <a:gd name="p0x1" fmla="*/ 7935 w 7995"/>
              <a:gd name="p0y1" fmla="*/ 0 h 646"/>
              <a:gd name="p0x2" fmla="*/ 7968 w 7995"/>
              <a:gd name="p0y2" fmla="*/ 0 h 646"/>
              <a:gd name="p0x3" fmla="*/ 7995 w 7995"/>
              <a:gd name="p0y3" fmla="*/ 26 h 646"/>
              <a:gd name="p0x4" fmla="*/ 7995 w 7995"/>
              <a:gd name="p0y4" fmla="*/ 60 h 646"/>
              <a:gd name="p0x5" fmla="*/ 7995 w 7995"/>
              <a:gd name="p0y5" fmla="*/ 586 h 646"/>
              <a:gd name="p0x6" fmla="*/ 7995 w 7995"/>
              <a:gd name="p0y6" fmla="*/ 619 h 646"/>
              <a:gd name="p0x7" fmla="*/ 7968 w 7995"/>
              <a:gd name="p0y7" fmla="*/ 646 h 646"/>
              <a:gd name="p0x8" fmla="*/ 7935 w 7995"/>
              <a:gd name="p0y8" fmla="*/ 646 h 646"/>
              <a:gd name="p0x9" fmla="*/ 60 w 7995"/>
              <a:gd name="p0y9" fmla="*/ 646 h 646"/>
              <a:gd name="p0x10" fmla="*/ 26 w 7995"/>
              <a:gd name="p0y10" fmla="*/ 646 h 646"/>
              <a:gd name="p0x11" fmla="*/ 0 w 7995"/>
              <a:gd name="p0y11" fmla="*/ 619 h 646"/>
              <a:gd name="p0x12" fmla="*/ 0 w 7995"/>
              <a:gd name="p0y12" fmla="*/ 586 h 646"/>
              <a:gd name="p0x13" fmla="*/ 0 w 7995"/>
              <a:gd name="p0y13" fmla="*/ 60 h 646"/>
              <a:gd name="p0x14" fmla="*/ 0 w 7995"/>
              <a:gd name="p0y14" fmla="*/ 26 h 646"/>
              <a:gd name="p0x15" fmla="*/ 26 w 7995"/>
              <a:gd name="p0y15" fmla="*/ 0 h 646"/>
              <a:gd name="p0x16" fmla="*/ 60 w 7995"/>
              <a:gd name="p0y16" fmla="*/ 0 h 64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45167"/>
              <a:lumOff val="54833"/>
            </a:schemeClr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>
            <p:custDataLst>
              <p:tags r:id="rId33"/>
            </p:custDataLst>
          </p:nvPr>
        </p:nvSpPr>
        <p:spPr>
          <a:xfrm>
            <a:off x="6496050" y="3813175"/>
            <a:ext cx="457200" cy="228600"/>
          </a:xfrm>
          <a:custGeom>
            <a:avLst/>
            <a:gdLst>
              <a:gd name="sw" fmla="*/ 1 w 720"/>
              <a:gd name="sh" fmla="*/ 1 h 360"/>
              <a:gd name="mins" fmla="min sw sh"/>
              <a:gd name="dsw" fmla="+- 0 sw mins"/>
              <a:gd name="dsh" fmla="+- 0 sh mins"/>
              <a:gd name="p0x0" fmla="*/ 60 w 720"/>
              <a:gd name="p0y0" fmla="*/ 0 h 360"/>
              <a:gd name="p0x1" fmla="*/ 660 w 720"/>
              <a:gd name="p0y1" fmla="*/ 0 h 360"/>
              <a:gd name="p0x2" fmla="*/ 693 w 720"/>
              <a:gd name="p0y2" fmla="*/ 0 h 360"/>
              <a:gd name="p0x3" fmla="*/ 720 w 720"/>
              <a:gd name="p0y3" fmla="*/ 26 h 360"/>
              <a:gd name="p0x4" fmla="*/ 720 w 720"/>
              <a:gd name="p0y4" fmla="*/ 60 h 360"/>
              <a:gd name="p0x5" fmla="*/ 720 w 720"/>
              <a:gd name="p0y5" fmla="*/ 300 h 360"/>
              <a:gd name="p0x6" fmla="*/ 720 w 720"/>
              <a:gd name="p0y6" fmla="*/ 333 h 360"/>
              <a:gd name="p0x7" fmla="*/ 693 w 720"/>
              <a:gd name="p0y7" fmla="*/ 360 h 360"/>
              <a:gd name="p0x8" fmla="*/ 660 w 720"/>
              <a:gd name="p0y8" fmla="*/ 360 h 360"/>
              <a:gd name="p0x9" fmla="*/ 60 w 720"/>
              <a:gd name="p0y9" fmla="*/ 360 h 360"/>
              <a:gd name="p0x10" fmla="*/ 26 w 720"/>
              <a:gd name="p0y10" fmla="*/ 360 h 360"/>
              <a:gd name="p0x11" fmla="*/ 0 w 720"/>
              <a:gd name="p0y11" fmla="*/ 333 h 360"/>
              <a:gd name="p0x12" fmla="*/ 0 w 720"/>
              <a:gd name="p0y12" fmla="*/ 300 h 360"/>
              <a:gd name="p0x13" fmla="*/ 0 w 720"/>
              <a:gd name="p0y13" fmla="*/ 60 h 360"/>
              <a:gd name="p0x14" fmla="*/ 0 w 720"/>
              <a:gd name="p0y14" fmla="*/ 26 h 360"/>
              <a:gd name="p0x15" fmla="*/ 26 w 720"/>
              <a:gd name="p0y15" fmla="*/ 0 h 360"/>
              <a:gd name="p0x16" fmla="*/ 60 w 720"/>
              <a:gd name="p0y16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34"/>
            </p:custDataLst>
          </p:nvPr>
        </p:nvSpPr>
        <p:spPr>
          <a:xfrm>
            <a:off x="6572250" y="3823907"/>
            <a:ext cx="4572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49411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硬件</a:t>
            </a:r>
            <a:endParaRPr sz="1200" b="1">
              <a:solidFill>
                <a:schemeClr val="accent1">
                  <a:lumMod val="49411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35"/>
            </p:custDataLst>
          </p:nvPr>
        </p:nvSpPr>
        <p:spPr>
          <a:xfrm>
            <a:off x="7029526" y="3782473"/>
            <a:ext cx="1934318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lang="zh-CN" altLang="en-US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昇腾</a:t>
            </a:r>
            <a:r>
              <a:rPr lang="en-US" altLang="zh-CN"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910B / RTX 3090</a:t>
            </a:r>
            <a:endParaRPr lang="en-US" altLang="zh-CN" sz="135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36"/>
            </p:custDataLst>
          </p:nvPr>
        </p:nvSpPr>
        <p:spPr>
          <a:xfrm>
            <a:off x="6376670" y="5073650"/>
            <a:ext cx="5076825" cy="410210"/>
          </a:xfrm>
          <a:custGeom>
            <a:avLst/>
            <a:gdLst>
              <a:gd name="sw" fmla="*/ 1 w 7995"/>
              <a:gd name="sh" fmla="*/ 1 h 646"/>
              <a:gd name="mins" fmla="min sw sh"/>
              <a:gd name="dsw" fmla="+- 0 sw mins"/>
              <a:gd name="dsh" fmla="+- 0 sh mins"/>
              <a:gd name="p0x0" fmla="*/ 60 w 7995"/>
              <a:gd name="p0y0" fmla="*/ 0 h 646"/>
              <a:gd name="p0x1" fmla="*/ 7935 w 7995"/>
              <a:gd name="p0y1" fmla="*/ 0 h 646"/>
              <a:gd name="p0x2" fmla="*/ 7968 w 7995"/>
              <a:gd name="p0y2" fmla="*/ 0 h 646"/>
              <a:gd name="p0x3" fmla="*/ 7995 w 7995"/>
              <a:gd name="p0y3" fmla="*/ 26 h 646"/>
              <a:gd name="p0x4" fmla="*/ 7995 w 7995"/>
              <a:gd name="p0y4" fmla="*/ 60 h 646"/>
              <a:gd name="p0x5" fmla="*/ 7995 w 7995"/>
              <a:gd name="p0y5" fmla="*/ 586 h 646"/>
              <a:gd name="p0x6" fmla="*/ 7995 w 7995"/>
              <a:gd name="p0y6" fmla="*/ 619 h 646"/>
              <a:gd name="p0x7" fmla="*/ 7968 w 7995"/>
              <a:gd name="p0y7" fmla="*/ 646 h 646"/>
              <a:gd name="p0x8" fmla="*/ 7935 w 7995"/>
              <a:gd name="p0y8" fmla="*/ 646 h 646"/>
              <a:gd name="p0x9" fmla="*/ 60 w 7995"/>
              <a:gd name="p0y9" fmla="*/ 646 h 646"/>
              <a:gd name="p0x10" fmla="*/ 26 w 7995"/>
              <a:gd name="p0y10" fmla="*/ 646 h 646"/>
              <a:gd name="p0x11" fmla="*/ 0 w 7995"/>
              <a:gd name="p0y11" fmla="*/ 619 h 646"/>
              <a:gd name="p0x12" fmla="*/ 0 w 7995"/>
              <a:gd name="p0y12" fmla="*/ 586 h 646"/>
              <a:gd name="p0x13" fmla="*/ 0 w 7995"/>
              <a:gd name="p0y13" fmla="*/ 60 h 646"/>
              <a:gd name="p0x14" fmla="*/ 0 w 7995"/>
              <a:gd name="p0y14" fmla="*/ 26 h 646"/>
              <a:gd name="p0x15" fmla="*/ 26 w 7995"/>
              <a:gd name="p0y15" fmla="*/ 0 h 646"/>
              <a:gd name="p0x16" fmla="*/ 60 w 7995"/>
              <a:gd name="p0y16" fmla="*/ 0 h 64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45167"/>
              <a:lumOff val="54833"/>
            </a:schemeClr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37"/>
            </p:custDataLst>
          </p:nvPr>
        </p:nvSpPr>
        <p:spPr>
          <a:xfrm>
            <a:off x="6496050" y="5173345"/>
            <a:ext cx="457200" cy="228600"/>
          </a:xfrm>
          <a:custGeom>
            <a:avLst/>
            <a:gdLst>
              <a:gd name="sw" fmla="*/ 1 w 720"/>
              <a:gd name="sh" fmla="*/ 1 h 360"/>
              <a:gd name="mins" fmla="min sw sh"/>
              <a:gd name="dsw" fmla="+- 0 sw mins"/>
              <a:gd name="dsh" fmla="+- 0 sh mins"/>
              <a:gd name="p0x0" fmla="*/ 60 w 720"/>
              <a:gd name="p0y0" fmla="*/ 0 h 360"/>
              <a:gd name="p0x1" fmla="*/ 660 w 720"/>
              <a:gd name="p0y1" fmla="*/ 0 h 360"/>
              <a:gd name="p0x2" fmla="*/ 693 w 720"/>
              <a:gd name="p0y2" fmla="*/ 0 h 360"/>
              <a:gd name="p0x3" fmla="*/ 720 w 720"/>
              <a:gd name="p0y3" fmla="*/ 26 h 360"/>
              <a:gd name="p0x4" fmla="*/ 720 w 720"/>
              <a:gd name="p0y4" fmla="*/ 60 h 360"/>
              <a:gd name="p0x5" fmla="*/ 720 w 720"/>
              <a:gd name="p0y5" fmla="*/ 300 h 360"/>
              <a:gd name="p0x6" fmla="*/ 720 w 720"/>
              <a:gd name="p0y6" fmla="*/ 333 h 360"/>
              <a:gd name="p0x7" fmla="*/ 693 w 720"/>
              <a:gd name="p0y7" fmla="*/ 360 h 360"/>
              <a:gd name="p0x8" fmla="*/ 660 w 720"/>
              <a:gd name="p0y8" fmla="*/ 360 h 360"/>
              <a:gd name="p0x9" fmla="*/ 60 w 720"/>
              <a:gd name="p0y9" fmla="*/ 360 h 360"/>
              <a:gd name="p0x10" fmla="*/ 26 w 720"/>
              <a:gd name="p0y10" fmla="*/ 360 h 360"/>
              <a:gd name="p0x11" fmla="*/ 0 w 720"/>
              <a:gd name="p0y11" fmla="*/ 333 h 360"/>
              <a:gd name="p0x12" fmla="*/ 0 w 720"/>
              <a:gd name="p0y12" fmla="*/ 300 h 360"/>
              <a:gd name="p0x13" fmla="*/ 0 w 720"/>
              <a:gd name="p0y13" fmla="*/ 60 h 360"/>
              <a:gd name="p0x14" fmla="*/ 0 w 720"/>
              <a:gd name="p0y14" fmla="*/ 26 h 360"/>
              <a:gd name="p0x15" fmla="*/ 26 w 720"/>
              <a:gd name="p0y15" fmla="*/ 0 h 360"/>
              <a:gd name="p0x16" fmla="*/ 60 w 720"/>
              <a:gd name="p0y16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38"/>
            </p:custDataLst>
          </p:nvPr>
        </p:nvSpPr>
        <p:spPr>
          <a:xfrm>
            <a:off x="6572250" y="5184191"/>
            <a:ext cx="4572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49411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软件</a:t>
            </a:r>
            <a:endParaRPr sz="1200" b="1">
              <a:solidFill>
                <a:schemeClr val="accent1">
                  <a:lumMod val="49411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39"/>
            </p:custDataLst>
          </p:nvPr>
        </p:nvSpPr>
        <p:spPr>
          <a:xfrm>
            <a:off x="7029526" y="5142757"/>
            <a:ext cx="2842317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3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CANN 7.0+</a:t>
            </a:r>
            <a:r>
              <a:rPr lang="zh-CN" sz="13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3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5-10GB </a:t>
            </a:r>
            <a:r>
              <a:rPr lang="zh-CN" altLang="en-US" sz="13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磁盘空间</a:t>
            </a:r>
            <a:endParaRPr lang="zh-CN" altLang="en-US" sz="135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五阶段升级路线规划</a:t>
            </a:r>
            <a:endParaRPr sz="3000" b="1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781050" y="1687195"/>
            <a:ext cx="19050" cy="6210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3"/>
            </p:custDataLst>
          </p:nvPr>
        </p:nvSpPr>
        <p:spPr>
          <a:xfrm>
            <a:off x="975995" y="1261745"/>
            <a:ext cx="10487025" cy="851535"/>
          </a:xfrm>
          <a:custGeom>
            <a:avLst/>
            <a:gdLst>
              <a:gd name="sw" fmla="*/ 1 w 16515"/>
              <a:gd name="sh" fmla="*/ 1 h 1340"/>
              <a:gd name="mins" fmla="min sw sh"/>
              <a:gd name="dsw" fmla="+- 0 sw mins"/>
              <a:gd name="dsh" fmla="+- 0 sh mins"/>
              <a:gd name="p0x0" fmla="*/ 60 w 16515"/>
              <a:gd name="p0y0" fmla="*/ 0 h 1340"/>
              <a:gd name="p0x1" fmla="*/ 16455 w 16515"/>
              <a:gd name="p0y1" fmla="*/ 0 h 1340"/>
              <a:gd name="p0x2" fmla="*/ 16488 w 16515"/>
              <a:gd name="p0y2" fmla="*/ 0 h 1340"/>
              <a:gd name="p0x3" fmla="*/ 16515 w 16515"/>
              <a:gd name="p0y3" fmla="*/ 26 h 1340"/>
              <a:gd name="p0x4" fmla="*/ 16515 w 16515"/>
              <a:gd name="p0y4" fmla="*/ 60 h 1340"/>
              <a:gd name="p0x5" fmla="*/ 16515 w 16515"/>
              <a:gd name="p0y5" fmla="*/ 1280 h 1340"/>
              <a:gd name="p0x6" fmla="*/ 16515 w 16515"/>
              <a:gd name="p0y6" fmla="*/ 1314 h 1340"/>
              <a:gd name="p0x7" fmla="*/ 16488 w 16515"/>
              <a:gd name="p0y7" fmla="*/ 1340 h 1340"/>
              <a:gd name="p0x8" fmla="*/ 16455 w 16515"/>
              <a:gd name="p0y8" fmla="*/ 1340 h 1340"/>
              <a:gd name="p0x9" fmla="*/ 60 w 16515"/>
              <a:gd name="p0y9" fmla="*/ 1340 h 1340"/>
              <a:gd name="p0x10" fmla="*/ 26 w 16515"/>
              <a:gd name="p0y10" fmla="*/ 1340 h 1340"/>
              <a:gd name="p0x11" fmla="*/ 0 w 16515"/>
              <a:gd name="p0y11" fmla="*/ 1314 h 1340"/>
              <a:gd name="p0x12" fmla="*/ 0 w 16515"/>
              <a:gd name="p0y12" fmla="*/ 1280 h 1340"/>
              <a:gd name="p0x13" fmla="*/ 0 w 16515"/>
              <a:gd name="p0y13" fmla="*/ 60 h 1340"/>
              <a:gd name="p0x14" fmla="*/ 0 w 16515"/>
              <a:gd name="p0y14" fmla="*/ 26 h 1340"/>
              <a:gd name="p0x15" fmla="*/ 26 w 16515"/>
              <a:gd name="p0y15" fmla="*/ 0 h 1340"/>
              <a:gd name="p0x16" fmla="*/ 60 w 16515"/>
              <a:gd name="p0y16" fmla="*/ 0 h 13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1095375" y="1381125"/>
            <a:ext cx="685800" cy="209550"/>
          </a:xfrm>
          <a:custGeom>
            <a:avLst/>
            <a:gdLst>
              <a:gd name="sw" fmla="*/ 1 w 1080"/>
              <a:gd name="sh" fmla="*/ 1 h 330"/>
              <a:gd name="mins" fmla="min sw sh"/>
              <a:gd name="dsw" fmla="+- 0 sw mins"/>
              <a:gd name="dsh" fmla="+- 0 sh mins"/>
              <a:gd name="p0x0" fmla="*/ 165 w 1080"/>
              <a:gd name="p0y0" fmla="*/ 0 h 330"/>
              <a:gd name="p0x1" fmla="*/ 915 w 1080"/>
              <a:gd name="p0y1" fmla="*/ 0 h 330"/>
              <a:gd name="p0x2" fmla="*/ 1006 w 1080"/>
              <a:gd name="p0y2" fmla="*/ 0 h 330"/>
              <a:gd name="p0x3" fmla="*/ 1080 w 1080"/>
              <a:gd name="p0y3" fmla="*/ 73 h 330"/>
              <a:gd name="p0x4" fmla="*/ 1080 w 1080"/>
              <a:gd name="p0y4" fmla="*/ 165 h 330"/>
              <a:gd name="p0x5" fmla="*/ 1080 w 1080"/>
              <a:gd name="p0y5" fmla="*/ 256 h 330"/>
              <a:gd name="p0x6" fmla="*/ 1006 w 1080"/>
              <a:gd name="p0y6" fmla="*/ 330 h 330"/>
              <a:gd name="p0x7" fmla="*/ 915 w 1080"/>
              <a:gd name="p0y7" fmla="*/ 330 h 330"/>
              <a:gd name="p0x8" fmla="*/ 165 w 1080"/>
              <a:gd name="p0y8" fmla="*/ 330 h 330"/>
              <a:gd name="p0x9" fmla="*/ 73 w 1080"/>
              <a:gd name="p0y9" fmla="*/ 330 h 330"/>
              <a:gd name="p0x10" fmla="*/ 0 w 1080"/>
              <a:gd name="p0y10" fmla="*/ 256 h 330"/>
              <a:gd name="p0x11" fmla="*/ 0 w 1080"/>
              <a:gd name="p0y11" fmla="*/ 165 h 330"/>
              <a:gd name="p0x12" fmla="*/ 0 w 1080"/>
              <a:gd name="p0y12" fmla="*/ 73 h 330"/>
              <a:gd name="p0x13" fmla="*/ 73 w 1080"/>
              <a:gd name="p0y13" fmla="*/ 0 h 330"/>
              <a:gd name="p0x14" fmla="*/ 165 w 1080"/>
              <a:gd name="p0y14" fmla="*/ 0 h 3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171575" y="1408748"/>
            <a:ext cx="666826" cy="1495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050"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高优先级</a:t>
            </a:r>
            <a:endParaRPr sz="1050"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857451" y="1385888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阶段一</a:t>
            </a:r>
            <a:endParaRPr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1095375" y="1628775"/>
            <a:ext cx="102489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5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YOLOv8x </a:t>
            </a:r>
            <a:r>
              <a:rPr lang="zh-CN" altLang="en-US" sz="15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升级</a:t>
            </a:r>
            <a:r>
              <a:rPr lang="en-US" altLang="zh-CN" sz="15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5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补帧</a:t>
            </a:r>
            <a:r>
              <a:rPr lang="en-US" altLang="zh-CN" sz="15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(RIFE)</a:t>
            </a:r>
            <a:endParaRPr lang="en-US" altLang="zh-CN" sz="15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1095375" y="1919288"/>
            <a:ext cx="102489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必须本地</a:t>
            </a:r>
            <a:r>
              <a:rPr lang="en-US" altLang="zh-CN" sz="12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GPU</a:t>
            </a:r>
            <a:endParaRPr lang="en-US" altLang="zh-CN" sz="12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>
            <p:custDataLst>
              <p:tags r:id="rId9"/>
            </p:custDataLst>
          </p:nvPr>
        </p:nvSpPr>
        <p:spPr>
          <a:xfrm>
            <a:off x="781050" y="2308225"/>
            <a:ext cx="19050" cy="1051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>
            <a:off x="975995" y="2313305"/>
            <a:ext cx="10487025" cy="851535"/>
          </a:xfrm>
          <a:custGeom>
            <a:avLst/>
            <a:gdLst>
              <a:gd name="sw" fmla="*/ 1 w 16515"/>
              <a:gd name="sh" fmla="*/ 1 h 1340"/>
              <a:gd name="mins" fmla="min sw sh"/>
              <a:gd name="dsw" fmla="+- 0 sw mins"/>
              <a:gd name="dsh" fmla="+- 0 sh mins"/>
              <a:gd name="p0x0" fmla="*/ 60 w 16515"/>
              <a:gd name="p0y0" fmla="*/ 0 h 1340"/>
              <a:gd name="p0x1" fmla="*/ 16455 w 16515"/>
              <a:gd name="p0y1" fmla="*/ 0 h 1340"/>
              <a:gd name="p0x2" fmla="*/ 16488 w 16515"/>
              <a:gd name="p0y2" fmla="*/ 0 h 1340"/>
              <a:gd name="p0x3" fmla="*/ 16515 w 16515"/>
              <a:gd name="p0y3" fmla="*/ 26 h 1340"/>
              <a:gd name="p0x4" fmla="*/ 16515 w 16515"/>
              <a:gd name="p0y4" fmla="*/ 60 h 1340"/>
              <a:gd name="p0x5" fmla="*/ 16515 w 16515"/>
              <a:gd name="p0y5" fmla="*/ 1280 h 1340"/>
              <a:gd name="p0x6" fmla="*/ 16515 w 16515"/>
              <a:gd name="p0y6" fmla="*/ 1314 h 1340"/>
              <a:gd name="p0x7" fmla="*/ 16488 w 16515"/>
              <a:gd name="p0y7" fmla="*/ 1340 h 1340"/>
              <a:gd name="p0x8" fmla="*/ 16455 w 16515"/>
              <a:gd name="p0y8" fmla="*/ 1340 h 1340"/>
              <a:gd name="p0x9" fmla="*/ 60 w 16515"/>
              <a:gd name="p0y9" fmla="*/ 1340 h 1340"/>
              <a:gd name="p0x10" fmla="*/ 26 w 16515"/>
              <a:gd name="p0y10" fmla="*/ 1340 h 1340"/>
              <a:gd name="p0x11" fmla="*/ 0 w 16515"/>
              <a:gd name="p0y11" fmla="*/ 1314 h 1340"/>
              <a:gd name="p0x12" fmla="*/ 0 w 16515"/>
              <a:gd name="p0y12" fmla="*/ 1280 h 1340"/>
              <a:gd name="p0x13" fmla="*/ 0 w 16515"/>
              <a:gd name="p0y13" fmla="*/ 60 h 1340"/>
              <a:gd name="p0x14" fmla="*/ 0 w 16515"/>
              <a:gd name="p0y14" fmla="*/ 26 h 1340"/>
              <a:gd name="p0x15" fmla="*/ 26 w 16515"/>
              <a:gd name="p0y15" fmla="*/ 0 h 1340"/>
              <a:gd name="p0x16" fmla="*/ 60 w 16515"/>
              <a:gd name="p0y16" fmla="*/ 0 h 13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1"/>
            </p:custDataLst>
          </p:nvPr>
        </p:nvSpPr>
        <p:spPr>
          <a:xfrm>
            <a:off x="1095375" y="2432050"/>
            <a:ext cx="685800" cy="209550"/>
          </a:xfrm>
          <a:custGeom>
            <a:avLst/>
            <a:gdLst>
              <a:gd name="sw" fmla="*/ 1 w 1080"/>
              <a:gd name="sh" fmla="*/ 1 h 330"/>
              <a:gd name="mins" fmla="min sw sh"/>
              <a:gd name="dsw" fmla="+- 0 sw mins"/>
              <a:gd name="dsh" fmla="+- 0 sh mins"/>
              <a:gd name="p0x0" fmla="*/ 165 w 1080"/>
              <a:gd name="p0y0" fmla="*/ 0 h 330"/>
              <a:gd name="p0x1" fmla="*/ 915 w 1080"/>
              <a:gd name="p0y1" fmla="*/ 0 h 330"/>
              <a:gd name="p0x2" fmla="*/ 1006 w 1080"/>
              <a:gd name="p0y2" fmla="*/ 0 h 330"/>
              <a:gd name="p0x3" fmla="*/ 1080 w 1080"/>
              <a:gd name="p0y3" fmla="*/ 73 h 330"/>
              <a:gd name="p0x4" fmla="*/ 1080 w 1080"/>
              <a:gd name="p0y4" fmla="*/ 165 h 330"/>
              <a:gd name="p0x5" fmla="*/ 1080 w 1080"/>
              <a:gd name="p0y5" fmla="*/ 256 h 330"/>
              <a:gd name="p0x6" fmla="*/ 1006 w 1080"/>
              <a:gd name="p0y6" fmla="*/ 330 h 330"/>
              <a:gd name="p0x7" fmla="*/ 915 w 1080"/>
              <a:gd name="p0y7" fmla="*/ 330 h 330"/>
              <a:gd name="p0x8" fmla="*/ 165 w 1080"/>
              <a:gd name="p0y8" fmla="*/ 330 h 330"/>
              <a:gd name="p0x9" fmla="*/ 73 w 1080"/>
              <a:gd name="p0y9" fmla="*/ 330 h 330"/>
              <a:gd name="p0x10" fmla="*/ 0 w 1080"/>
              <a:gd name="p0y10" fmla="*/ 256 h 330"/>
              <a:gd name="p0x11" fmla="*/ 0 w 1080"/>
              <a:gd name="p0y11" fmla="*/ 165 h 330"/>
              <a:gd name="p0x12" fmla="*/ 0 w 1080"/>
              <a:gd name="p0y12" fmla="*/ 73 h 330"/>
              <a:gd name="p0x13" fmla="*/ 73 w 1080"/>
              <a:gd name="p0y13" fmla="*/ 0 h 330"/>
              <a:gd name="p0x14" fmla="*/ 165 w 1080"/>
              <a:gd name="p0y14" fmla="*/ 0 h 3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1171575" y="2460288"/>
            <a:ext cx="666826" cy="1495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050"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高优先级</a:t>
            </a:r>
            <a:endParaRPr sz="1050"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1857451" y="2437428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阶段二</a:t>
            </a:r>
            <a:endParaRPr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1095375" y="2680316"/>
            <a:ext cx="102489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超分</a:t>
            </a:r>
            <a:r>
              <a:rPr lang="en-US" altLang="zh-CN" sz="15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(Real-ESRGAN) + </a:t>
            </a:r>
            <a:r>
              <a:rPr lang="zh-CN" altLang="en-US" sz="15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去噪</a:t>
            </a:r>
            <a:r>
              <a:rPr lang="en-US" altLang="zh-CN" sz="15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GAN</a:t>
            </a:r>
            <a:endParaRPr lang="en-US" altLang="zh-CN" sz="15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5"/>
            </p:custDataLst>
          </p:nvPr>
        </p:nvSpPr>
        <p:spPr>
          <a:xfrm>
            <a:off x="1095375" y="2970828"/>
            <a:ext cx="102489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必须本地</a:t>
            </a:r>
            <a:r>
              <a:rPr lang="en-US" altLang="zh-CN" sz="12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GPU</a:t>
            </a:r>
            <a:endParaRPr lang="en-US" altLang="zh-CN" sz="12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/>
          <p:nvPr>
            <p:custDataLst>
              <p:tags r:id="rId16"/>
            </p:custDataLst>
          </p:nvPr>
        </p:nvSpPr>
        <p:spPr>
          <a:xfrm>
            <a:off x="781050" y="3359785"/>
            <a:ext cx="19050" cy="1051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17"/>
            </p:custDataLst>
          </p:nvPr>
        </p:nvSpPr>
        <p:spPr>
          <a:xfrm>
            <a:off x="975995" y="3364865"/>
            <a:ext cx="10487025" cy="851535"/>
          </a:xfrm>
          <a:custGeom>
            <a:avLst/>
            <a:gdLst>
              <a:gd name="sw" fmla="*/ 1 w 16515"/>
              <a:gd name="sh" fmla="*/ 1 h 1340"/>
              <a:gd name="mins" fmla="min sw sh"/>
              <a:gd name="dsw" fmla="+- 0 sw mins"/>
              <a:gd name="dsh" fmla="+- 0 sh mins"/>
              <a:gd name="p0x0" fmla="*/ 60 w 16515"/>
              <a:gd name="p0y0" fmla="*/ 0 h 1340"/>
              <a:gd name="p0x1" fmla="*/ 16455 w 16515"/>
              <a:gd name="p0y1" fmla="*/ 0 h 1340"/>
              <a:gd name="p0x2" fmla="*/ 16488 w 16515"/>
              <a:gd name="p0y2" fmla="*/ 0 h 1340"/>
              <a:gd name="p0x3" fmla="*/ 16515 w 16515"/>
              <a:gd name="p0y3" fmla="*/ 26 h 1340"/>
              <a:gd name="p0x4" fmla="*/ 16515 w 16515"/>
              <a:gd name="p0y4" fmla="*/ 60 h 1340"/>
              <a:gd name="p0x5" fmla="*/ 16515 w 16515"/>
              <a:gd name="p0y5" fmla="*/ 1280 h 1340"/>
              <a:gd name="p0x6" fmla="*/ 16515 w 16515"/>
              <a:gd name="p0y6" fmla="*/ 1314 h 1340"/>
              <a:gd name="p0x7" fmla="*/ 16488 w 16515"/>
              <a:gd name="p0y7" fmla="*/ 1340 h 1340"/>
              <a:gd name="p0x8" fmla="*/ 16455 w 16515"/>
              <a:gd name="p0y8" fmla="*/ 1340 h 1340"/>
              <a:gd name="p0x9" fmla="*/ 60 w 16515"/>
              <a:gd name="p0y9" fmla="*/ 1340 h 1340"/>
              <a:gd name="p0x10" fmla="*/ 26 w 16515"/>
              <a:gd name="p0y10" fmla="*/ 1340 h 1340"/>
              <a:gd name="p0x11" fmla="*/ 0 w 16515"/>
              <a:gd name="p0y11" fmla="*/ 1314 h 1340"/>
              <a:gd name="p0x12" fmla="*/ 0 w 16515"/>
              <a:gd name="p0y12" fmla="*/ 1280 h 1340"/>
              <a:gd name="p0x13" fmla="*/ 0 w 16515"/>
              <a:gd name="p0y13" fmla="*/ 60 h 1340"/>
              <a:gd name="p0x14" fmla="*/ 0 w 16515"/>
              <a:gd name="p0y14" fmla="*/ 26 h 1340"/>
              <a:gd name="p0x15" fmla="*/ 26 w 16515"/>
              <a:gd name="p0y15" fmla="*/ 0 h 1340"/>
              <a:gd name="p0x16" fmla="*/ 60 w 16515"/>
              <a:gd name="p0y16" fmla="*/ 0 h 13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18"/>
            </p:custDataLst>
          </p:nvPr>
        </p:nvSpPr>
        <p:spPr>
          <a:xfrm>
            <a:off x="1095375" y="3483610"/>
            <a:ext cx="685800" cy="209550"/>
          </a:xfrm>
          <a:custGeom>
            <a:avLst/>
            <a:gdLst>
              <a:gd name="sw" fmla="*/ 1 w 1080"/>
              <a:gd name="sh" fmla="*/ 1 h 330"/>
              <a:gd name="mins" fmla="min sw sh"/>
              <a:gd name="dsw" fmla="+- 0 sw mins"/>
              <a:gd name="dsh" fmla="+- 0 sh mins"/>
              <a:gd name="p0x0" fmla="*/ 165 w 1080"/>
              <a:gd name="p0y0" fmla="*/ 0 h 330"/>
              <a:gd name="p0x1" fmla="*/ 915 w 1080"/>
              <a:gd name="p0y1" fmla="*/ 0 h 330"/>
              <a:gd name="p0x2" fmla="*/ 1006 w 1080"/>
              <a:gd name="p0y2" fmla="*/ 0 h 330"/>
              <a:gd name="p0x3" fmla="*/ 1080 w 1080"/>
              <a:gd name="p0y3" fmla="*/ 73 h 330"/>
              <a:gd name="p0x4" fmla="*/ 1080 w 1080"/>
              <a:gd name="p0y4" fmla="*/ 165 h 330"/>
              <a:gd name="p0x5" fmla="*/ 1080 w 1080"/>
              <a:gd name="p0y5" fmla="*/ 256 h 330"/>
              <a:gd name="p0x6" fmla="*/ 1006 w 1080"/>
              <a:gd name="p0y6" fmla="*/ 330 h 330"/>
              <a:gd name="p0x7" fmla="*/ 915 w 1080"/>
              <a:gd name="p0y7" fmla="*/ 330 h 330"/>
              <a:gd name="p0x8" fmla="*/ 165 w 1080"/>
              <a:gd name="p0y8" fmla="*/ 330 h 330"/>
              <a:gd name="p0x9" fmla="*/ 73 w 1080"/>
              <a:gd name="p0y9" fmla="*/ 330 h 330"/>
              <a:gd name="p0x10" fmla="*/ 0 w 1080"/>
              <a:gd name="p0y10" fmla="*/ 256 h 330"/>
              <a:gd name="p0x11" fmla="*/ 0 w 1080"/>
              <a:gd name="p0y11" fmla="*/ 165 h 330"/>
              <a:gd name="p0x12" fmla="*/ 0 w 1080"/>
              <a:gd name="p0y12" fmla="*/ 73 h 330"/>
              <a:gd name="p0x13" fmla="*/ 73 w 1080"/>
              <a:gd name="p0y13" fmla="*/ 0 h 330"/>
              <a:gd name="p0x14" fmla="*/ 165 w 1080"/>
              <a:gd name="p0y14" fmla="*/ 0 h 3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2">
              <a:lumMod val="18219"/>
              <a:lumOff val="8178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19"/>
            </p:custDataLst>
          </p:nvPr>
        </p:nvSpPr>
        <p:spPr>
          <a:xfrm>
            <a:off x="1171575" y="3511839"/>
            <a:ext cx="666826" cy="1495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050" b="1">
                <a:solidFill>
                  <a:schemeClr val="accent2">
                    <a:lumMod val="52921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中优先级</a:t>
            </a:r>
            <a:endParaRPr sz="1050" b="1">
              <a:solidFill>
                <a:schemeClr val="accent2">
                  <a:lumMod val="52921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0"/>
            </p:custDataLst>
          </p:nvPr>
        </p:nvSpPr>
        <p:spPr>
          <a:xfrm>
            <a:off x="1857451" y="3488979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阶段三</a:t>
            </a:r>
            <a:endParaRPr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1"/>
            </p:custDataLst>
          </p:nvPr>
        </p:nvSpPr>
        <p:spPr>
          <a:xfrm>
            <a:off x="1095375" y="3731866"/>
            <a:ext cx="102489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Whisper large-v3</a:t>
            </a:r>
            <a:endParaRPr sz="15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2"/>
            </p:custDataLst>
          </p:nvPr>
        </p:nvSpPr>
        <p:spPr>
          <a:xfrm>
            <a:off x="1095375" y="4022379"/>
            <a:ext cx="102489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可云端</a:t>
            </a:r>
            <a:r>
              <a:rPr lang="en-US" altLang="zh-CN" sz="12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API</a:t>
            </a:r>
            <a:endParaRPr lang="en-US" altLang="zh-CN" sz="12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/>
          <p:nvPr>
            <p:custDataLst>
              <p:tags r:id="rId23"/>
            </p:custDataLst>
          </p:nvPr>
        </p:nvSpPr>
        <p:spPr>
          <a:xfrm>
            <a:off x="781050" y="4411345"/>
            <a:ext cx="19050" cy="1051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24"/>
            </p:custDataLst>
          </p:nvPr>
        </p:nvSpPr>
        <p:spPr>
          <a:xfrm>
            <a:off x="975995" y="4416425"/>
            <a:ext cx="10487025" cy="851535"/>
          </a:xfrm>
          <a:custGeom>
            <a:avLst/>
            <a:gdLst>
              <a:gd name="sw" fmla="*/ 1 w 16515"/>
              <a:gd name="sh" fmla="*/ 1 h 1340"/>
              <a:gd name="mins" fmla="min sw sh"/>
              <a:gd name="dsw" fmla="+- 0 sw mins"/>
              <a:gd name="dsh" fmla="+- 0 sh mins"/>
              <a:gd name="p0x0" fmla="*/ 60 w 16515"/>
              <a:gd name="p0y0" fmla="*/ 0 h 1340"/>
              <a:gd name="p0x1" fmla="*/ 16455 w 16515"/>
              <a:gd name="p0y1" fmla="*/ 0 h 1340"/>
              <a:gd name="p0x2" fmla="*/ 16488 w 16515"/>
              <a:gd name="p0y2" fmla="*/ 0 h 1340"/>
              <a:gd name="p0x3" fmla="*/ 16515 w 16515"/>
              <a:gd name="p0y3" fmla="*/ 26 h 1340"/>
              <a:gd name="p0x4" fmla="*/ 16515 w 16515"/>
              <a:gd name="p0y4" fmla="*/ 60 h 1340"/>
              <a:gd name="p0x5" fmla="*/ 16515 w 16515"/>
              <a:gd name="p0y5" fmla="*/ 1280 h 1340"/>
              <a:gd name="p0x6" fmla="*/ 16515 w 16515"/>
              <a:gd name="p0y6" fmla="*/ 1314 h 1340"/>
              <a:gd name="p0x7" fmla="*/ 16488 w 16515"/>
              <a:gd name="p0y7" fmla="*/ 1340 h 1340"/>
              <a:gd name="p0x8" fmla="*/ 16455 w 16515"/>
              <a:gd name="p0y8" fmla="*/ 1340 h 1340"/>
              <a:gd name="p0x9" fmla="*/ 60 w 16515"/>
              <a:gd name="p0y9" fmla="*/ 1340 h 1340"/>
              <a:gd name="p0x10" fmla="*/ 26 w 16515"/>
              <a:gd name="p0y10" fmla="*/ 1340 h 1340"/>
              <a:gd name="p0x11" fmla="*/ 0 w 16515"/>
              <a:gd name="p0y11" fmla="*/ 1314 h 1340"/>
              <a:gd name="p0x12" fmla="*/ 0 w 16515"/>
              <a:gd name="p0y12" fmla="*/ 1280 h 1340"/>
              <a:gd name="p0x13" fmla="*/ 0 w 16515"/>
              <a:gd name="p0y13" fmla="*/ 60 h 1340"/>
              <a:gd name="p0x14" fmla="*/ 0 w 16515"/>
              <a:gd name="p0y14" fmla="*/ 26 h 1340"/>
              <a:gd name="p0x15" fmla="*/ 26 w 16515"/>
              <a:gd name="p0y15" fmla="*/ 0 h 1340"/>
              <a:gd name="p0x16" fmla="*/ 60 w 16515"/>
              <a:gd name="p0y16" fmla="*/ 0 h 13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25"/>
            </p:custDataLst>
          </p:nvPr>
        </p:nvSpPr>
        <p:spPr>
          <a:xfrm>
            <a:off x="1095375" y="4535170"/>
            <a:ext cx="685800" cy="209550"/>
          </a:xfrm>
          <a:custGeom>
            <a:avLst/>
            <a:gdLst>
              <a:gd name="sw" fmla="*/ 1 w 1080"/>
              <a:gd name="sh" fmla="*/ 1 h 330"/>
              <a:gd name="mins" fmla="min sw sh"/>
              <a:gd name="dsw" fmla="+- 0 sw mins"/>
              <a:gd name="dsh" fmla="+- 0 sh mins"/>
              <a:gd name="p0x0" fmla="*/ 165 w 1080"/>
              <a:gd name="p0y0" fmla="*/ 0 h 330"/>
              <a:gd name="p0x1" fmla="*/ 915 w 1080"/>
              <a:gd name="p0y1" fmla="*/ 0 h 330"/>
              <a:gd name="p0x2" fmla="*/ 1006 w 1080"/>
              <a:gd name="p0y2" fmla="*/ 0 h 330"/>
              <a:gd name="p0x3" fmla="*/ 1080 w 1080"/>
              <a:gd name="p0y3" fmla="*/ 73 h 330"/>
              <a:gd name="p0x4" fmla="*/ 1080 w 1080"/>
              <a:gd name="p0y4" fmla="*/ 165 h 330"/>
              <a:gd name="p0x5" fmla="*/ 1080 w 1080"/>
              <a:gd name="p0y5" fmla="*/ 256 h 330"/>
              <a:gd name="p0x6" fmla="*/ 1006 w 1080"/>
              <a:gd name="p0y6" fmla="*/ 330 h 330"/>
              <a:gd name="p0x7" fmla="*/ 915 w 1080"/>
              <a:gd name="p0y7" fmla="*/ 330 h 330"/>
              <a:gd name="p0x8" fmla="*/ 165 w 1080"/>
              <a:gd name="p0y8" fmla="*/ 330 h 330"/>
              <a:gd name="p0x9" fmla="*/ 73 w 1080"/>
              <a:gd name="p0y9" fmla="*/ 330 h 330"/>
              <a:gd name="p0x10" fmla="*/ 0 w 1080"/>
              <a:gd name="p0y10" fmla="*/ 256 h 330"/>
              <a:gd name="p0x11" fmla="*/ 0 w 1080"/>
              <a:gd name="p0y11" fmla="*/ 165 h 330"/>
              <a:gd name="p0x12" fmla="*/ 0 w 1080"/>
              <a:gd name="p0y12" fmla="*/ 73 h 330"/>
              <a:gd name="p0x13" fmla="*/ 73 w 1080"/>
              <a:gd name="p0y13" fmla="*/ 0 h 330"/>
              <a:gd name="p0x14" fmla="*/ 165 w 1080"/>
              <a:gd name="p0y14" fmla="*/ 0 h 3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2">
              <a:lumMod val="18219"/>
              <a:lumOff val="8178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26"/>
            </p:custDataLst>
          </p:nvPr>
        </p:nvSpPr>
        <p:spPr>
          <a:xfrm>
            <a:off x="1171575" y="4563380"/>
            <a:ext cx="666826" cy="1495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050" b="1">
                <a:solidFill>
                  <a:schemeClr val="accent2">
                    <a:lumMod val="52921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中优先级</a:t>
            </a:r>
            <a:endParaRPr sz="1050" b="1">
              <a:solidFill>
                <a:schemeClr val="accent2">
                  <a:lumMod val="52921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7"/>
            </p:custDataLst>
          </p:nvPr>
        </p:nvSpPr>
        <p:spPr>
          <a:xfrm>
            <a:off x="1857451" y="4540520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阶段四</a:t>
            </a:r>
            <a:endParaRPr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28"/>
            </p:custDataLst>
          </p:nvPr>
        </p:nvSpPr>
        <p:spPr>
          <a:xfrm>
            <a:off x="1095375" y="4783407"/>
            <a:ext cx="102489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智能配乐</a:t>
            </a:r>
            <a:endParaRPr sz="15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29"/>
            </p:custDataLst>
          </p:nvPr>
        </p:nvSpPr>
        <p:spPr>
          <a:xfrm>
            <a:off x="1095375" y="5073920"/>
            <a:ext cx="102489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可云端</a:t>
            </a:r>
            <a:r>
              <a:rPr lang="en-US" altLang="zh-CN" sz="12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API</a:t>
            </a:r>
            <a:endParaRPr lang="en-US" altLang="zh-CN" sz="12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/>
          <p:nvPr>
            <p:custDataLst>
              <p:tags r:id="rId30"/>
            </p:custDataLst>
          </p:nvPr>
        </p:nvSpPr>
        <p:spPr>
          <a:xfrm>
            <a:off x="781050" y="5462905"/>
            <a:ext cx="19050" cy="4305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>
            <p:custDataLst>
              <p:tags r:id="rId31"/>
            </p:custDataLst>
          </p:nvPr>
        </p:nvSpPr>
        <p:spPr>
          <a:xfrm>
            <a:off x="975995" y="5467985"/>
            <a:ext cx="10487025" cy="851535"/>
          </a:xfrm>
          <a:custGeom>
            <a:avLst/>
            <a:gdLst>
              <a:gd name="sw" fmla="*/ 1 w 16515"/>
              <a:gd name="sh" fmla="*/ 1 h 1340"/>
              <a:gd name="mins" fmla="min sw sh"/>
              <a:gd name="dsw" fmla="+- 0 sw mins"/>
              <a:gd name="dsh" fmla="+- 0 sh mins"/>
              <a:gd name="p0x0" fmla="*/ 60 w 16515"/>
              <a:gd name="p0y0" fmla="*/ 0 h 1340"/>
              <a:gd name="p0x1" fmla="*/ 16455 w 16515"/>
              <a:gd name="p0y1" fmla="*/ 0 h 1340"/>
              <a:gd name="p0x2" fmla="*/ 16488 w 16515"/>
              <a:gd name="p0y2" fmla="*/ 0 h 1340"/>
              <a:gd name="p0x3" fmla="*/ 16515 w 16515"/>
              <a:gd name="p0y3" fmla="*/ 26 h 1340"/>
              <a:gd name="p0x4" fmla="*/ 16515 w 16515"/>
              <a:gd name="p0y4" fmla="*/ 60 h 1340"/>
              <a:gd name="p0x5" fmla="*/ 16515 w 16515"/>
              <a:gd name="p0y5" fmla="*/ 1280 h 1340"/>
              <a:gd name="p0x6" fmla="*/ 16515 w 16515"/>
              <a:gd name="p0y6" fmla="*/ 1314 h 1340"/>
              <a:gd name="p0x7" fmla="*/ 16488 w 16515"/>
              <a:gd name="p0y7" fmla="*/ 1340 h 1340"/>
              <a:gd name="p0x8" fmla="*/ 16455 w 16515"/>
              <a:gd name="p0y8" fmla="*/ 1340 h 1340"/>
              <a:gd name="p0x9" fmla="*/ 60 w 16515"/>
              <a:gd name="p0y9" fmla="*/ 1340 h 1340"/>
              <a:gd name="p0x10" fmla="*/ 26 w 16515"/>
              <a:gd name="p0y10" fmla="*/ 1340 h 1340"/>
              <a:gd name="p0x11" fmla="*/ 0 w 16515"/>
              <a:gd name="p0y11" fmla="*/ 1314 h 1340"/>
              <a:gd name="p0x12" fmla="*/ 0 w 16515"/>
              <a:gd name="p0y12" fmla="*/ 1280 h 1340"/>
              <a:gd name="p0x13" fmla="*/ 0 w 16515"/>
              <a:gd name="p0y13" fmla="*/ 60 h 1340"/>
              <a:gd name="p0x14" fmla="*/ 0 w 16515"/>
              <a:gd name="p0y14" fmla="*/ 26 h 1340"/>
              <a:gd name="p0x15" fmla="*/ 26 w 16515"/>
              <a:gd name="p0y15" fmla="*/ 0 h 1340"/>
              <a:gd name="p0x16" fmla="*/ 60 w 16515"/>
              <a:gd name="p0y16" fmla="*/ 0 h 13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34997"/>
                <a:lumOff val="6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>
            <p:custDataLst>
              <p:tags r:id="rId32"/>
            </p:custDataLst>
          </p:nvPr>
        </p:nvSpPr>
        <p:spPr>
          <a:xfrm>
            <a:off x="1095375" y="5586730"/>
            <a:ext cx="685800" cy="209550"/>
          </a:xfrm>
          <a:custGeom>
            <a:avLst/>
            <a:gdLst>
              <a:gd name="sw" fmla="*/ 1 w 1080"/>
              <a:gd name="sh" fmla="*/ 1 h 330"/>
              <a:gd name="mins" fmla="min sw sh"/>
              <a:gd name="dsw" fmla="+- 0 sw mins"/>
              <a:gd name="dsh" fmla="+- 0 sh mins"/>
              <a:gd name="p0x0" fmla="*/ 165 w 1080"/>
              <a:gd name="p0y0" fmla="*/ 0 h 330"/>
              <a:gd name="p0x1" fmla="*/ 915 w 1080"/>
              <a:gd name="p0y1" fmla="*/ 0 h 330"/>
              <a:gd name="p0x2" fmla="*/ 1006 w 1080"/>
              <a:gd name="p0y2" fmla="*/ 0 h 330"/>
              <a:gd name="p0x3" fmla="*/ 1080 w 1080"/>
              <a:gd name="p0y3" fmla="*/ 73 h 330"/>
              <a:gd name="p0x4" fmla="*/ 1080 w 1080"/>
              <a:gd name="p0y4" fmla="*/ 165 h 330"/>
              <a:gd name="p0x5" fmla="*/ 1080 w 1080"/>
              <a:gd name="p0y5" fmla="*/ 256 h 330"/>
              <a:gd name="p0x6" fmla="*/ 1006 w 1080"/>
              <a:gd name="p0y6" fmla="*/ 330 h 330"/>
              <a:gd name="p0x7" fmla="*/ 915 w 1080"/>
              <a:gd name="p0y7" fmla="*/ 330 h 330"/>
              <a:gd name="p0x8" fmla="*/ 165 w 1080"/>
              <a:gd name="p0y8" fmla="*/ 330 h 330"/>
              <a:gd name="p0x9" fmla="*/ 73 w 1080"/>
              <a:gd name="p0y9" fmla="*/ 330 h 330"/>
              <a:gd name="p0x10" fmla="*/ 0 w 1080"/>
              <a:gd name="p0y10" fmla="*/ 256 h 330"/>
              <a:gd name="p0x11" fmla="*/ 0 w 1080"/>
              <a:gd name="p0y11" fmla="*/ 165 h 330"/>
              <a:gd name="p0x12" fmla="*/ 0 w 1080"/>
              <a:gd name="p0y12" fmla="*/ 73 h 330"/>
              <a:gd name="p0x13" fmla="*/ 73 w 1080"/>
              <a:gd name="p0y13" fmla="*/ 0 h 330"/>
              <a:gd name="p0x14" fmla="*/ 165 w 1080"/>
              <a:gd name="p0y14" fmla="*/ 0 h 3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bg2">
              <a:lumMod val="45167"/>
              <a:lumOff val="5483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33"/>
            </p:custDataLst>
          </p:nvPr>
        </p:nvSpPr>
        <p:spPr>
          <a:xfrm>
            <a:off x="1171575" y="5614931"/>
            <a:ext cx="666826" cy="1495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05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低优先级</a:t>
            </a:r>
            <a:endParaRPr sz="105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34"/>
            </p:custDataLst>
          </p:nvPr>
        </p:nvSpPr>
        <p:spPr>
          <a:xfrm>
            <a:off x="1857451" y="5592070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阶段五</a:t>
            </a:r>
            <a:endParaRPr sz="12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35"/>
            </p:custDataLst>
          </p:nvPr>
        </p:nvSpPr>
        <p:spPr>
          <a:xfrm>
            <a:off x="1095375" y="5834958"/>
            <a:ext cx="102489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多模态视频理解</a:t>
            </a:r>
            <a:endParaRPr sz="15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36"/>
            </p:custDataLst>
          </p:nvPr>
        </p:nvSpPr>
        <p:spPr>
          <a:xfrm>
            <a:off x="1095375" y="6125470"/>
            <a:ext cx="102489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可云端</a:t>
            </a:r>
            <a:r>
              <a:rPr lang="en-US" altLang="zh-CN" sz="12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API</a:t>
            </a:r>
            <a:endParaRPr lang="en-US" altLang="zh-CN" sz="12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37"/>
            </p:custDataLst>
          </p:nvPr>
        </p:nvSpPr>
        <p:spPr>
          <a:xfrm>
            <a:off x="742950" y="1639570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 w="38100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38"/>
            </p:custDataLst>
          </p:nvPr>
        </p:nvSpPr>
        <p:spPr>
          <a:xfrm>
            <a:off x="742950" y="2691130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 w="38100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39"/>
            </p:custDataLst>
          </p:nvPr>
        </p:nvSpPr>
        <p:spPr>
          <a:xfrm>
            <a:off x="742950" y="3742690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bg2"/>
          </a:solidFill>
          <a:ln w="38100" cmpd="sng">
            <a:solidFill>
              <a:schemeClr val="accent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40"/>
            </p:custDataLst>
          </p:nvPr>
        </p:nvSpPr>
        <p:spPr>
          <a:xfrm>
            <a:off x="742950" y="4794250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bg2"/>
          </a:solidFill>
          <a:ln w="38100" cmpd="sng">
            <a:solidFill>
              <a:schemeClr val="accent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41"/>
            </p:custDataLst>
          </p:nvPr>
        </p:nvSpPr>
        <p:spPr>
          <a:xfrm>
            <a:off x="742950" y="5845810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bg2"/>
          </a:solidFill>
          <a:ln w="38100" cmpd="sng">
            <a:solidFill>
              <a:srgbClr val="9A756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资源配置与硬件要求</a:t>
            </a:r>
            <a:endParaRPr sz="3000" b="1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5362575"/>
          </a:xfrm>
          <a:custGeom>
            <a:avLst/>
            <a:gdLst>
              <a:gd name="sw" fmla="*/ 1 w 17385"/>
              <a:gd name="sh" fmla="*/ 1 h 8445"/>
              <a:gd name="mins" fmla="min sw sh"/>
              <a:gd name="dsw" fmla="+- 0 sw mins"/>
              <a:gd name="dsh" fmla="+- 0 sh mins"/>
              <a:gd name="p0x0" fmla="*/ 150 w 17385"/>
              <a:gd name="p0y0" fmla="*/ 0 h 8445"/>
              <a:gd name="p0x1" fmla="*/ 17235 w 17385"/>
              <a:gd name="p0y1" fmla="*/ 0 h 8445"/>
              <a:gd name="p0x2" fmla="*/ 17317 w 17385"/>
              <a:gd name="p0y2" fmla="*/ 0 h 8445"/>
              <a:gd name="p0x3" fmla="*/ 17385 w 17385"/>
              <a:gd name="p0y3" fmla="*/ 67 h 8445"/>
              <a:gd name="p0x4" fmla="*/ 17385 w 17385"/>
              <a:gd name="p0y4" fmla="*/ 150 h 8445"/>
              <a:gd name="p0x5" fmla="*/ 17385 w 17385"/>
              <a:gd name="p0y5" fmla="*/ 8295 h 8445"/>
              <a:gd name="p0x6" fmla="*/ 17385 w 17385"/>
              <a:gd name="p0y6" fmla="*/ 8377 h 8445"/>
              <a:gd name="p0x7" fmla="*/ 17317 w 17385"/>
              <a:gd name="p0y7" fmla="*/ 8445 h 8445"/>
              <a:gd name="p0x8" fmla="*/ 17235 w 17385"/>
              <a:gd name="p0y8" fmla="*/ 8445 h 8445"/>
              <a:gd name="p0x9" fmla="*/ 150 w 17385"/>
              <a:gd name="p0y9" fmla="*/ 8445 h 8445"/>
              <a:gd name="p0x10" fmla="*/ 67 w 17385"/>
              <a:gd name="p0y10" fmla="*/ 8445 h 8445"/>
              <a:gd name="p0x11" fmla="*/ 0 w 17385"/>
              <a:gd name="p0y11" fmla="*/ 8377 h 8445"/>
              <a:gd name="p0x12" fmla="*/ 0 w 17385"/>
              <a:gd name="p0y12" fmla="*/ 8295 h 8445"/>
              <a:gd name="p0x13" fmla="*/ 0 w 17385"/>
              <a:gd name="p0y13" fmla="*/ 150 h 8445"/>
              <a:gd name="p0x14" fmla="*/ 0 w 17385"/>
              <a:gd name="p0y14" fmla="*/ 67 h 8445"/>
              <a:gd name="p0x15" fmla="*/ 67 w 17385"/>
              <a:gd name="p0y15" fmla="*/ 0 h 8445"/>
              <a:gd name="p0x16" fmla="*/ 150 w 1738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 w="9525" cmpd="sng">
            <a:solidFill>
              <a:schemeClr val="accent4">
                <a:lumMod val="74997"/>
                <a:lumOff val="25003"/>
              </a:schemeClr>
            </a:solidFill>
            <a:prstDash val="solid"/>
          </a:ln>
          <a:effectLst>
            <a:outerShdw blurRad="114300" dist="19050" dir="5399999" algn="ctr" rotWithShape="0">
              <a:schemeClr val="accent2">
                <a:lumMod val="21534"/>
                <a:alpha val="7059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7" name="组合 36"/>
          <p:cNvGrpSpPr/>
          <p:nvPr/>
        </p:nvGrpSpPr>
        <p:grpSpPr>
          <a:xfrm>
            <a:off x="809625" y="1343025"/>
            <a:ext cx="5190490" cy="4895850"/>
            <a:chOff x="1275" y="2115"/>
            <a:chExt cx="8174" cy="7710"/>
          </a:xfrm>
        </p:grpSpPr>
        <p:sp>
          <p:nvSpPr>
            <p:cNvPr id="5" name="任意多边形 4"/>
            <p:cNvSpPr/>
            <p:nvPr>
              <p:custDataLst>
                <p:tags r:id="rId3"/>
              </p:custDataLst>
            </p:nvPr>
          </p:nvSpPr>
          <p:spPr>
            <a:xfrm>
              <a:off x="1275" y="2115"/>
              <a:ext cx="8175" cy="7710"/>
            </a:xfrm>
            <a:custGeom>
              <a:avLst/>
              <a:gdLst>
                <a:gd name="sw" fmla="*/ 1 w 8175"/>
                <a:gd name="sh" fmla="*/ 1 h 7710"/>
                <a:gd name="mins" fmla="min sw sh"/>
                <a:gd name="dsw" fmla="+- 0 sw mins"/>
                <a:gd name="dsh" fmla="+- 0 sh mins"/>
                <a:gd name="p0x0" fmla="*/ 0 w 8175"/>
                <a:gd name="p0y0" fmla="*/ 0 h 7710"/>
                <a:gd name="p0x1" fmla="*/ 8175 w 8175"/>
                <a:gd name="p0y1" fmla="*/ 0 h 7710"/>
                <a:gd name="p0x2" fmla="*/ 8175 w 8175"/>
                <a:gd name="p0y2" fmla="*/ 7710 h 7710"/>
                <a:gd name="p0x3" fmla="*/ 0 w 8175"/>
                <a:gd name="p0y3" fmla="*/ 7710 h 7710"/>
                <a:gd name="p0x4" fmla="*/ 0 w 8175"/>
                <a:gd name="p0y4" fmla="*/ 0 h 77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4"/>
              </p:custDataLst>
            </p:nvPr>
          </p:nvSpPr>
          <p:spPr>
            <a:xfrm>
              <a:off x="9435" y="2115"/>
              <a:ext cx="15" cy="7710"/>
            </a:xfrm>
            <a:custGeom>
              <a:avLst/>
              <a:gdLst>
                <a:gd name="sw" fmla="*/ 1 w 15"/>
                <a:gd name="sh" fmla="*/ 1 h 7710"/>
                <a:gd name="mins" fmla="min sw sh"/>
                <a:gd name="dsw" fmla="+- 0 sw mins"/>
                <a:gd name="dsh" fmla="+- 0 sh mins"/>
                <a:gd name="p0x0" fmla="*/ 15 w 15"/>
                <a:gd name="p0y0" fmla="*/ 0 h 7710"/>
                <a:gd name="p0x1" fmla="*/ 15 w 15"/>
                <a:gd name="p0y1" fmla="*/ 7710 h 7710"/>
                <a:gd name="p0x2" fmla="*/ 0 w 15"/>
                <a:gd name="p0y2" fmla="*/ 7710 h 7710"/>
                <a:gd name="p0x3" fmla="*/ 0 w 15"/>
                <a:gd name="p0y3" fmla="*/ 0 h 7710"/>
                <a:gd name="p0x4" fmla="*/ 15 w 15"/>
                <a:gd name="p0y4" fmla="*/ 0 h 77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4">
                <a:lumMod val="50712"/>
                <a:lumOff val="4928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809625" y="1343025"/>
            <a:ext cx="4991100" cy="438150"/>
            <a:chOff x="1275" y="2115"/>
            <a:chExt cx="7860" cy="690"/>
          </a:xfrm>
        </p:grpSpPr>
        <p:sp>
          <p:nvSpPr>
            <p:cNvPr id="8" name="任意多边形 7"/>
            <p:cNvSpPr/>
            <p:nvPr>
              <p:custDataLst>
                <p:tags r:id="rId5"/>
              </p:custDataLst>
            </p:nvPr>
          </p:nvSpPr>
          <p:spPr>
            <a:xfrm>
              <a:off x="1275" y="2115"/>
              <a:ext cx="7860" cy="690"/>
            </a:xfrm>
            <a:custGeom>
              <a:avLst/>
              <a:gdLst>
                <a:gd name="sw" fmla="*/ 1 w 7860"/>
                <a:gd name="sh" fmla="*/ 1 h 690"/>
                <a:gd name="mins" fmla="min sw sh"/>
                <a:gd name="dsw" fmla="+- 0 sw mins"/>
                <a:gd name="dsh" fmla="+- 0 sh mins"/>
                <a:gd name="p0x0" fmla="*/ 0 w 7860"/>
                <a:gd name="p0y0" fmla="*/ 0 h 690"/>
                <a:gd name="p0x1" fmla="*/ 7860 w 7860"/>
                <a:gd name="p0y1" fmla="*/ 0 h 690"/>
                <a:gd name="p0x2" fmla="*/ 7860 w 7860"/>
                <a:gd name="p0y2" fmla="*/ 690 h 690"/>
                <a:gd name="p0x3" fmla="*/ 0 w 7860"/>
                <a:gd name="p0y3" fmla="*/ 690 h 690"/>
                <a:gd name="p0x4" fmla="*/ 0 w 7860"/>
                <a:gd name="p0y4" fmla="*/ 0 h 6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6"/>
              </p:custDataLst>
            </p:nvPr>
          </p:nvSpPr>
          <p:spPr>
            <a:xfrm>
              <a:off x="1275" y="2775"/>
              <a:ext cx="7860" cy="30"/>
            </a:xfrm>
            <a:custGeom>
              <a:avLst/>
              <a:gdLst>
                <a:gd name="sw" fmla="*/ 1 w 7860"/>
                <a:gd name="sh" fmla="*/ 1 h 30"/>
                <a:gd name="mins" fmla="min sw sh"/>
                <a:gd name="dsw" fmla="+- 0 sw mins"/>
                <a:gd name="dsh" fmla="+- 0 sh mins"/>
                <a:gd name="p0x0" fmla="*/ 7860 w 7860"/>
                <a:gd name="p0y0" fmla="*/ 30 h 30"/>
                <a:gd name="p0x1" fmla="*/ 0 w 7860"/>
                <a:gd name="p0y1" fmla="*/ 30 h 30"/>
                <a:gd name="p0x2" fmla="*/ 0 w 7860"/>
                <a:gd name="p0y2" fmla="*/ 0 h 30"/>
                <a:gd name="p0x3" fmla="*/ 7860 w 7860"/>
                <a:gd name="p0y3" fmla="*/ 0 h 30"/>
                <a:gd name="p0x4" fmla="*/ 7860 w 7860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4BE9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809625" y="134302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60 w 480"/>
              <a:gd name="p0y0" fmla="*/ 0 h 480"/>
              <a:gd name="p0x1" fmla="*/ 420 w 480"/>
              <a:gd name="p0y1" fmla="*/ 0 h 480"/>
              <a:gd name="p0x2" fmla="*/ 453 w 480"/>
              <a:gd name="p0y2" fmla="*/ 0 h 480"/>
              <a:gd name="p0x3" fmla="*/ 480 w 480"/>
              <a:gd name="p0y3" fmla="*/ 26 h 480"/>
              <a:gd name="p0x4" fmla="*/ 480 w 480"/>
              <a:gd name="p0y4" fmla="*/ 60 h 480"/>
              <a:gd name="p0x5" fmla="*/ 480 w 480"/>
              <a:gd name="p0y5" fmla="*/ 420 h 480"/>
              <a:gd name="p0x6" fmla="*/ 480 w 480"/>
              <a:gd name="p0y6" fmla="*/ 453 h 480"/>
              <a:gd name="p0x7" fmla="*/ 453 w 480"/>
              <a:gd name="p0y7" fmla="*/ 480 h 480"/>
              <a:gd name="p0x8" fmla="*/ 420 w 480"/>
              <a:gd name="p0y8" fmla="*/ 480 h 480"/>
              <a:gd name="p0x9" fmla="*/ 60 w 480"/>
              <a:gd name="p0y9" fmla="*/ 480 h 480"/>
              <a:gd name="p0x10" fmla="*/ 26 w 480"/>
              <a:gd name="p0y10" fmla="*/ 480 h 480"/>
              <a:gd name="p0x11" fmla="*/ 0 w 480"/>
              <a:gd name="p0y11" fmla="*/ 453 h 480"/>
              <a:gd name="p0x12" fmla="*/ 0 w 480"/>
              <a:gd name="p0y12" fmla="*/ 420 h 480"/>
              <a:gd name="p0x13" fmla="*/ 0 w 480"/>
              <a:gd name="p0y13" fmla="*/ 60 h 480"/>
              <a:gd name="p0x14" fmla="*/ 0 w 480"/>
              <a:gd name="p0y14" fmla="*/ 26 h 480"/>
              <a:gd name="p0x15" fmla="*/ 26 w 480"/>
              <a:gd name="p0y15" fmla="*/ 0 h 480"/>
              <a:gd name="p0x16" fmla="*/ 60 w 480"/>
              <a:gd name="p0y16" fmla="*/ 0 h 4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3333" r="-3333"/>
          <a:stretch>
            <a:fillRect/>
          </a:stretch>
        </p:blipFill>
        <p:spPr>
          <a:xfrm>
            <a:off x="885825" y="1419225"/>
            <a:ext cx="152400" cy="15240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1228725" y="1337310"/>
            <a:ext cx="457200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 spc="36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大模型（</a:t>
            </a:r>
            <a:r>
              <a:rPr lang="en-US" altLang="zh-CN" b="1" spc="36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  <a:r>
              <a:rPr lang="zh-CN" altLang="en-US" b="1" spc="36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b="1" spc="36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-7143" b="-7143"/>
          <a:stretch>
            <a:fillRect/>
          </a:stretch>
        </p:blipFill>
        <p:spPr>
          <a:xfrm>
            <a:off x="819150" y="2698750"/>
            <a:ext cx="171450" cy="15240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1076325" y="2687317"/>
            <a:ext cx="69882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 spc="63">
                <a:solidFill>
                  <a:srgbClr val="9A7568"/>
                </a:solidFill>
                <a:latin typeface="微软雅黑" panose="020B0503020204020204" charset="-122"/>
                <a:ea typeface="微软雅黑" panose="020B0503020204020204" charset="-122"/>
              </a:rPr>
              <a:t>云端调用</a:t>
            </a:r>
            <a:endParaRPr sz="1050" b="1" spc="63">
              <a:solidFill>
                <a:srgbClr val="9A7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809625" y="2962589"/>
            <a:ext cx="49911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9A7568"/>
                </a:solidFill>
                <a:latin typeface="微软雅黑" panose="020B0503020204020204" charset="-122"/>
                <a:ea typeface="微软雅黑" panose="020B0503020204020204" charset="-122"/>
              </a:rPr>
              <a:t>MinMax API / OpenAI API / Azure OpenAI</a:t>
            </a:r>
            <a:endParaRPr sz="1350">
              <a:solidFill>
                <a:srgbClr val="9A7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809625" y="3314033"/>
            <a:ext cx="175133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</a:rPr>
              <a:t>仅需网络，</a:t>
            </a:r>
            <a:r>
              <a:rPr 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r>
              <a:rPr lang="en-US" alt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</a:t>
            </a:r>
            <a:endParaRPr lang="en-US" altLang="zh-CN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t="-7143" b="-7143"/>
          <a:stretch>
            <a:fillRect/>
          </a:stretch>
        </p:blipFill>
        <p:spPr>
          <a:xfrm>
            <a:off x="838200" y="4551045"/>
            <a:ext cx="133350" cy="15240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21"/>
            </p:custDataLst>
          </p:nvPr>
        </p:nvSpPr>
        <p:spPr>
          <a:xfrm>
            <a:off x="1076325" y="4539262"/>
            <a:ext cx="69882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 spc="63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本地部署</a:t>
            </a:r>
            <a:endParaRPr sz="1050" b="1" spc="63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2"/>
            </p:custDataLst>
          </p:nvPr>
        </p:nvSpPr>
        <p:spPr>
          <a:xfrm>
            <a:off x="809625" y="4814535"/>
            <a:ext cx="49911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</a:rPr>
              <a:t>Qwen2-7B/14B/72B / Yi-34B / ChatGLM3-6B</a:t>
            </a:r>
            <a:endParaRPr sz="135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3"/>
            </p:custDataLst>
          </p:nvPr>
        </p:nvSpPr>
        <p:spPr>
          <a:xfrm>
            <a:off x="809625" y="5165979"/>
            <a:ext cx="86074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</a:t>
            </a:r>
            <a:r>
              <a:rPr lang="en-US" altLang="zh-CN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GPU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6381750" y="1343025"/>
            <a:ext cx="4999990" cy="438150"/>
            <a:chOff x="10050" y="2115"/>
            <a:chExt cx="7874" cy="690"/>
          </a:xfrm>
        </p:grpSpPr>
        <p:sp>
          <p:nvSpPr>
            <p:cNvPr id="23" name="任意多边形 22"/>
            <p:cNvSpPr/>
            <p:nvPr>
              <p:custDataLst>
                <p:tags r:id="rId24"/>
              </p:custDataLst>
            </p:nvPr>
          </p:nvSpPr>
          <p:spPr>
            <a:xfrm>
              <a:off x="10050" y="2115"/>
              <a:ext cx="7875" cy="690"/>
            </a:xfrm>
            <a:custGeom>
              <a:avLst/>
              <a:gdLst>
                <a:gd name="sw" fmla="*/ 1 w 7875"/>
                <a:gd name="sh" fmla="*/ 1 h 690"/>
                <a:gd name="mins" fmla="min sw sh"/>
                <a:gd name="dsw" fmla="+- 0 sw mins"/>
                <a:gd name="dsh" fmla="+- 0 sh mins"/>
                <a:gd name="p0x0" fmla="*/ 0 w 7875"/>
                <a:gd name="p0y0" fmla="*/ 0 h 690"/>
                <a:gd name="p0x1" fmla="*/ 7875 w 7875"/>
                <a:gd name="p0y1" fmla="*/ 0 h 690"/>
                <a:gd name="p0x2" fmla="*/ 7875 w 7875"/>
                <a:gd name="p0y2" fmla="*/ 690 h 690"/>
                <a:gd name="p0x3" fmla="*/ 0 w 7875"/>
                <a:gd name="p0y3" fmla="*/ 690 h 690"/>
                <a:gd name="p0x4" fmla="*/ 0 w 7875"/>
                <a:gd name="p0y4" fmla="*/ 0 h 6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>
              <p:custDataLst>
                <p:tags r:id="rId25"/>
              </p:custDataLst>
            </p:nvPr>
          </p:nvSpPr>
          <p:spPr>
            <a:xfrm>
              <a:off x="10050" y="2775"/>
              <a:ext cx="7875" cy="30"/>
            </a:xfrm>
            <a:custGeom>
              <a:avLst/>
              <a:gdLst>
                <a:gd name="sw" fmla="*/ 1 w 7875"/>
                <a:gd name="sh" fmla="*/ 1 h 30"/>
                <a:gd name="mins" fmla="min sw sh"/>
                <a:gd name="dsw" fmla="+- 0 sw mins"/>
                <a:gd name="dsh" fmla="+- 0 sh mins"/>
                <a:gd name="p0x0" fmla="*/ 7875 w 7875"/>
                <a:gd name="p0y0" fmla="*/ 30 h 30"/>
                <a:gd name="p0x1" fmla="*/ 0 w 7875"/>
                <a:gd name="p0y1" fmla="*/ 30 h 30"/>
                <a:gd name="p0x2" fmla="*/ 0 w 7875"/>
                <a:gd name="p0y2" fmla="*/ 0 h 30"/>
                <a:gd name="p0x3" fmla="*/ 7875 w 7875"/>
                <a:gd name="p0y3" fmla="*/ 0 h 30"/>
                <a:gd name="p0x4" fmla="*/ 7875 w 7875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4BE9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6" name="任意多边形 25"/>
          <p:cNvSpPr/>
          <p:nvPr>
            <p:custDataLst>
              <p:tags r:id="rId26"/>
            </p:custDataLst>
          </p:nvPr>
        </p:nvSpPr>
        <p:spPr>
          <a:xfrm>
            <a:off x="6381750" y="134302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60 w 480"/>
              <a:gd name="p0y0" fmla="*/ 0 h 480"/>
              <a:gd name="p0x1" fmla="*/ 420 w 480"/>
              <a:gd name="p0y1" fmla="*/ 0 h 480"/>
              <a:gd name="p0x2" fmla="*/ 453 w 480"/>
              <a:gd name="p0y2" fmla="*/ 0 h 480"/>
              <a:gd name="p0x3" fmla="*/ 480 w 480"/>
              <a:gd name="p0y3" fmla="*/ 26 h 480"/>
              <a:gd name="p0x4" fmla="*/ 480 w 480"/>
              <a:gd name="p0y4" fmla="*/ 60 h 480"/>
              <a:gd name="p0x5" fmla="*/ 480 w 480"/>
              <a:gd name="p0y5" fmla="*/ 420 h 480"/>
              <a:gd name="p0x6" fmla="*/ 480 w 480"/>
              <a:gd name="p0y6" fmla="*/ 453 h 480"/>
              <a:gd name="p0x7" fmla="*/ 453 w 480"/>
              <a:gd name="p0y7" fmla="*/ 480 h 480"/>
              <a:gd name="p0x8" fmla="*/ 420 w 480"/>
              <a:gd name="p0y8" fmla="*/ 480 h 480"/>
              <a:gd name="p0x9" fmla="*/ 60 w 480"/>
              <a:gd name="p0y9" fmla="*/ 480 h 480"/>
              <a:gd name="p0x10" fmla="*/ 26 w 480"/>
              <a:gd name="p0y10" fmla="*/ 480 h 480"/>
              <a:gd name="p0x11" fmla="*/ 0 w 480"/>
              <a:gd name="p0y11" fmla="*/ 453 h 480"/>
              <a:gd name="p0x12" fmla="*/ 0 w 480"/>
              <a:gd name="p0y12" fmla="*/ 420 h 480"/>
              <a:gd name="p0x13" fmla="*/ 0 w 480"/>
              <a:gd name="p0y13" fmla="*/ 60 h 480"/>
              <a:gd name="p0x14" fmla="*/ 0 w 480"/>
              <a:gd name="p0y14" fmla="*/ 26 h 480"/>
              <a:gd name="p0x15" fmla="*/ 26 w 480"/>
              <a:gd name="p0y15" fmla="*/ 0 h 480"/>
              <a:gd name="p0x16" fmla="*/ 60 w 480"/>
              <a:gd name="p0y16" fmla="*/ 0 h 4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646"/>
              <a:lumOff val="823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t="-16667" b="-16667"/>
          <a:stretch>
            <a:fillRect/>
          </a:stretch>
        </p:blipFill>
        <p:spPr>
          <a:xfrm>
            <a:off x="6457950" y="1419225"/>
            <a:ext cx="152400" cy="15240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30"/>
            </p:custDataLst>
          </p:nvPr>
        </p:nvSpPr>
        <p:spPr>
          <a:xfrm>
            <a:off x="6800850" y="1337310"/>
            <a:ext cx="458152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 spc="36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视频智能编辑</a:t>
            </a:r>
            <a:r>
              <a:rPr lang="en-US" altLang="zh-CN" b="1" spc="36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Agent</a:t>
            </a:r>
            <a:endParaRPr lang="en-US" altLang="zh-CN" b="1" spc="36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>
            <a:fillRect/>
          </a:stretch>
        </p:blipFill>
        <p:spPr>
          <a:xfrm>
            <a:off x="6400800" y="2805430"/>
            <a:ext cx="152400" cy="15240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34"/>
            </p:custDataLst>
          </p:nvPr>
        </p:nvSpPr>
        <p:spPr>
          <a:xfrm>
            <a:off x="6648450" y="2793949"/>
            <a:ext cx="69882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 spc="63">
                <a:solidFill>
                  <a:srgbClr val="9A7568"/>
                </a:solidFill>
                <a:latin typeface="微软雅黑" panose="020B0503020204020204" charset="-122"/>
                <a:ea typeface="微软雅黑" panose="020B0503020204020204" charset="-122"/>
              </a:rPr>
              <a:t>最低配置</a:t>
            </a:r>
            <a:endParaRPr sz="1050" b="1" spc="63">
              <a:solidFill>
                <a:srgbClr val="9A7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5"/>
            </p:custDataLst>
          </p:nvPr>
        </p:nvSpPr>
        <p:spPr>
          <a:xfrm>
            <a:off x="6381750" y="3070174"/>
            <a:ext cx="500062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</a:t>
            </a:r>
            <a:r>
              <a:rPr lang="en-US" alt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CPU</a:t>
            </a:r>
            <a:r>
              <a:rPr lang="en-US" altLang="zh-CN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8GB</a:t>
            </a:r>
            <a:r>
              <a:rPr lang="zh-CN" altLang="en-US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</a:t>
            </a:r>
            <a:r>
              <a:rPr lang="en-US" altLang="zh-CN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50GB SSD</a:t>
            </a:r>
            <a:endParaRPr lang="en-US" altLang="zh-CN" sz="15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>
          <a:xfrm>
            <a:off x="6400800" y="4413885"/>
            <a:ext cx="152400" cy="15240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39"/>
            </p:custDataLst>
          </p:nvPr>
        </p:nvSpPr>
        <p:spPr>
          <a:xfrm>
            <a:off x="6648450" y="4402036"/>
            <a:ext cx="69882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 spc="63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推荐配置</a:t>
            </a:r>
            <a:endParaRPr sz="1050" b="1" spc="63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40"/>
            </p:custDataLst>
          </p:nvPr>
        </p:nvSpPr>
        <p:spPr>
          <a:xfrm>
            <a:off x="6381750" y="4678261"/>
            <a:ext cx="500062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</a:t>
            </a:r>
            <a:r>
              <a:rPr lang="en-US" alt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CPU</a:t>
            </a:r>
            <a:r>
              <a:rPr lang="en-US" altLang="zh-CN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16GB+</a:t>
            </a:r>
            <a:r>
              <a:rPr lang="zh-CN" altLang="en-US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</a:t>
            </a:r>
            <a:r>
              <a:rPr lang="en-US" altLang="zh-CN" sz="1500">
                <a:solidFill>
                  <a:srgbClr val="6B3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200GB+ SSD</a:t>
            </a:r>
            <a:endParaRPr lang="en-US" altLang="zh-CN" sz="1500">
              <a:solidFill>
                <a:srgbClr val="6B3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41"/>
            </p:custDataLst>
          </p:nvPr>
        </p:nvSpPr>
        <p:spPr>
          <a:xfrm>
            <a:off x="6381750" y="5059261"/>
            <a:ext cx="98933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</a:t>
            </a:r>
            <a:r>
              <a:rPr lang="zh-CN" sz="15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可选</a:t>
            </a:r>
            <a:endParaRPr lang="zh-CN" sz="15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0500"/>
                </a:solidFill>
                <a:latin typeface="微软雅黑" panose="020B0503020204020204" charset="-122"/>
                <a:ea typeface="微软雅黑" panose="020B0503020204020204" charset="-122"/>
              </a:rPr>
              <a:t>三档部署方案灵活选择</a:t>
            </a:r>
            <a:endParaRPr sz="3000" b="1">
              <a:solidFill>
                <a:srgbClr val="3B05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571500" y="1104900"/>
          <a:ext cx="11049000" cy="5372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3691"/>
                <a:gridCol w="3977582"/>
                <a:gridCol w="3977725"/>
              </a:tblGrid>
              <a:tr h="518144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方案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71371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GPU</a:t>
                      </a:r>
                      <a:r>
                        <a:rPr lang="zh-CN"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配置</a:t>
                      </a:r>
                      <a:endParaRPr lang="zh-CN"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71371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适用场景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71371"/>
                      </a:schemeClr>
                    </a:solidFill>
                  </a:tcPr>
                </a:tc>
              </a:tr>
              <a:tr h="1617983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轻量版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RTX 4090 24GB / 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昇腾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910B</a:t>
                      </a:r>
                      <a:endParaRPr lang="en-US" altLang="zh-CN"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中小规模，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7B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视频处理</a:t>
                      </a:r>
                      <a:endParaRPr lang="zh-CN" altLang="en-US"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617983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标准版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RTX 3090 24GB x2 / 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昇腾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910B x2</a:t>
                      </a:r>
                      <a:endParaRPr lang="en-US" altLang="zh-CN"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14B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视频处理</a:t>
                      </a:r>
                      <a:endParaRPr lang="zh-CN" altLang="en-US"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5167"/>
                        <a:lumOff val="54833"/>
                      </a:schemeClr>
                    </a:solidFill>
                  </a:tcPr>
                </a:tc>
              </a:tr>
              <a:tr h="1617983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旗舰版</a:t>
                      </a:r>
                      <a:endParaRPr sz="1500" b="1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A100 80GB / 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昇腾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910B x4</a:t>
                      </a:r>
                      <a:endParaRPr lang="en-US" altLang="zh-CN"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72B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</a:t>
                      </a:r>
                      <a:r>
                        <a:rPr lang="en-US" altLang="zh-CN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500" b="0">
                          <a:solidFill>
                            <a:srgbClr val="3B0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大规模视频并发</a:t>
                      </a:r>
                      <a:endParaRPr lang="zh-CN" altLang="en-US" sz="1500" b="0">
                        <a:solidFill>
                          <a:srgbClr val="3B0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2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rgbClr val="FFFFFF"/>
                </a:solidFill>
              </a:rPr>
              <a:t>THE END</a:t>
            </a: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 sz="4300"/>
              <a:t>让视频编辑，一句话搞定</a:t>
            </a:r>
            <a:endParaRPr lang="zh-CN" altLang="en-US" sz="430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1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</p:tagLst>
</file>

<file path=ppt/tags/tag1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60"/>
</p:tagLst>
</file>

<file path=ppt/tags/tag17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60"/>
</p:tagLst>
</file>

<file path=ppt/tags/tag1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</p:tagLst>
</file>

<file path=ppt/tags/tag22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  <p:tag name="KSO_WM_UNIT_VALUE" val="162"/>
</p:tagLst>
</file>

<file path=ppt/tags/tag23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</p:tagLst>
</file>

<file path=ppt/tags/tag24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  <p:tag name="KSO_WM_UNIT_VALUE" val="162"/>
</p:tagLst>
</file>

<file path=ppt/tags/tag2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3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408"/>
</p:tagLst>
</file>

<file path=ppt/tags/tag3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4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4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</p:tagLst>
</file>

<file path=ppt/tags/tag55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e085310885ae939f21f9f759cb50cc24c16b59d"/>
  <p:tag name="KSO_WM_NEWLAYOUT_ID" val="724"/>
</p:tagLst>
</file>

<file path=ppt/tags/tag56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</p:tagLst>
</file>

<file path=ppt/tags/tag5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TYPE" val="a"/>
  <p:tag name="KSO_WM_BEAUTIFY_FLAG" val="#fgm#"/>
  <p:tag name="KSO_WM_FIGMA_FLAG" val="#fgm#"/>
  <p:tag name="KSO_WM_UNIT_INDEX" val="1"/>
  <p:tag name="KSO_WM_UNIT_TEXT_TYPE" val="1"/>
  <p:tag name="KSO_WM_LAYOUT_CHECK_HASH" val="4db8ed1fc84c9908f05ff3ecbde2208853128f17"/>
  <p:tag name="KSO_WM_NEWLAYOUT_ID" val="731"/>
</p:tagLst>
</file>

<file path=ppt/tags/tag62.xml><?xml version="1.0" encoding="utf-8"?>
<p:tagLst xmlns:p="http://schemas.openxmlformats.org/presentationml/2006/main">
  <p:tag name="KSO_WM_UNIT_TYPE" val="e"/>
  <p:tag name="KSO_WM_BEAUTIFY_FLAG" val="#fgm#"/>
  <p:tag name="KSO_WM_FIGMA_FLAG" val="#fgm#"/>
  <p:tag name="KSO_WM_UNIT_INDEX" val="1"/>
</p:tagLst>
</file>

<file path=ppt/tags/tag6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</p:tagLst>
</file>

<file path=ppt/tags/tag72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128fe5197ba23ee260ad5b6d66f2587b5b35e0ba"/>
  <p:tag name="KSO_WM_NEWLAYOUT_ID" val="736"/>
</p:tagLst>
</file>

<file path=ppt/tags/tag7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364348a349bdc630a068417869edf63751c01cb1"/>
  <p:tag name="KSO_WM_NEWLAYOUT_ID" val="1"/>
</p:tagLst>
</file>

<file path=ppt/tags/tag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8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8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8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8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9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CATEGORY" val="custom"/>
  <p:tag name="KSO_WM_TEMPLATE_INDEX" val="40490522"/>
</p:tagLst>
</file>

<file path=ppt/tags/tag9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50"/>
  <p:tag name="KSO_WM_TEMPLATE_CATEGORY" val="custom"/>
  <p:tag name="KSO_WM_TEMPLATE_INDEX" val="40490522"/>
</p:tagLst>
</file>

<file path=ppt/tags/tag9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LAYERLEVEL" val="1"/>
  <p:tag name="KSO_WM_TEMPLATE_CATEGORY" val="custom"/>
  <p:tag name="KSO_WM_TEMPLATE_USER_THEME" val="1"/>
</p:tagLst>
</file>

<file path=ppt/tags/tag9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LAYERLEVEL" val="1"/>
  <p:tag name="KSO_WM_TEMPLATE_CATEGORY" val="custom"/>
  <p:tag name="KSO_WM_TEMPLATE_USER_THEME" val="1"/>
</p:tagLst>
</file>

<file path=ppt/tags/tag9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AG_VERSION" val="3.0"/>
  <p:tag name="KSO_WM_TEMPLATE_CATEGORY" val="custom"/>
  <p:tag name="KSO_WM_TEMPLATE_INDEX" val="40490522"/>
</p:tagLst>
</file>

<file path=ppt/tags/tag100.xml><?xml version="1.0" encoding="utf-8"?>
<p:tagLst xmlns:p="http://schemas.openxmlformats.org/presentationml/2006/main">
  <p:tag name="KSO_WM_AITEMPLATE_STYLE_ID" val="69796629429"/>
</p:tagLst>
</file>

<file path=ppt/tags/tag101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PRESET_TEXT" val="20XX YEAR"/>
  <p:tag name="KSO_WM_TEMPLATE_CATEGORY" val="custom"/>
  <p:tag name="KSO_WM_TEMPLATE_INDEX" val="40490522"/>
  <p:tag name="KSO_WM_UNIT_LAYERLEVEL" val="1"/>
  <p:tag name="KSO_WM_UNIT_ID" val="custom40490522_1*f*1"/>
  <p:tag name="KSO_WM_TAG_VERSION" val="3.0"/>
</p:tagLst>
</file>

<file path=ppt/tags/tag102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e085310885ae939f21f9f759cb50cc24c16b59d"/>
  <p:tag name="KSO_WM_NEWLAYOUT_ID" val="724"/>
  <p:tag name="KSO_WM_UNIT_PRESET_TEXT" val="单击此处&#10;添加文档标题"/>
  <p:tag name="KSO_WM_TEMPLATE_CATEGORY" val="custom"/>
  <p:tag name="KSO_WM_TEMPLATE_INDEX" val="40490522"/>
  <p:tag name="KSO_WM_UNIT_LAYERLEVEL" val="1"/>
  <p:tag name="KSO_WM_UNIT_ID" val="custom40490522_1*a*1"/>
  <p:tag name="KSO_WM_TAG_VERSION" val="3.0"/>
</p:tagLst>
</file>

<file path=ppt/tags/tag103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PRESET_TEXT" val="BY WPS"/>
  <p:tag name="KSO_WM_TEMPLATE_CATEGORY" val="custom"/>
  <p:tag name="KSO_WM_TEMPLATE_INDEX" val="40490522"/>
  <p:tag name="KSO_WM_UNIT_LAYERLEVEL" val="1"/>
  <p:tag name="KSO_WM_UNIT_ID" val="custom40490522_1*f*2"/>
  <p:tag name="KSO_WM_TAG_VERSION" val="3.0"/>
</p:tagLst>
</file>

<file path=ppt/tags/tag104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d799d37ec7ee1a76"/>
  <p:tag name="KSO_WM_TAG_VERSION" val="3.0"/>
  <p:tag name="KSO_WM_TEMPLATE_CATEGORY" val="custom"/>
  <p:tag name="KSO_WM_TEMPLATE_INDEX" val="40490522"/>
  <p:tag name="KSO_WM_SLIDE_ID" val="custom40490522_1"/>
</p:tagLst>
</file>

<file path=ppt/tags/tag10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0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d"/>
  <p:tag name="KSO_WM_UNIT_INDEX" val="5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d"/>
  <p:tag name="KSO_WM_UNIT_INDEX" val="6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2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44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445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446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50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45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5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5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55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45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5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5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45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6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6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6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6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6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6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6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6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7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7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7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73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47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7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78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47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8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81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48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8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8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8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86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487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PRESET_TEXT" val="THE END"/>
  <p:tag name="KSO_WM_TEMPLATE_CATEGORY" val="custom"/>
  <p:tag name="KSO_WM_TEMPLATE_INDEX" val="40490522"/>
  <p:tag name="KSO_WM_UNIT_LAYERLEVEL" val="1"/>
  <p:tag name="KSO_WM_UNIT_ID" val="custom40490522_5*b*1"/>
  <p:tag name="KSO_WM_TAG_VERSION" val="3.0"/>
</p:tagLst>
</file>

<file path=ppt/tags/tag488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128fe5197ba23ee260ad5b6d66f2587b5b35e0ba"/>
  <p:tag name="KSO_WM_NEWLAYOUT_ID" val="736"/>
  <p:tag name="KSO_WM_UNIT_PRESET_TEXT" val="谢谢观看"/>
  <p:tag name="KSO_WM_TEMPLATE_CATEGORY" val="custom"/>
  <p:tag name="KSO_WM_TEMPLATE_INDEX" val="40490522"/>
  <p:tag name="KSO_WM_UNIT_LAYERLEVEL" val="1"/>
  <p:tag name="KSO_WM_UNIT_ID" val="custom40490522_5*a*1"/>
  <p:tag name="KSO_WM_TAG_VERSION" val="3.0"/>
</p:tagLst>
</file>

<file path=ppt/tags/tag489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06be46c9219ad451"/>
  <p:tag name="KSO_WM_TAG_VERSION" val="3.0"/>
  <p:tag name="KSO_WM_TEMPLATE_CATEGORY" val="custom"/>
  <p:tag name="KSO_WM_TEMPLATE_INDEX" val="40490522"/>
  <p:tag name="KSO_WM_SLIDE_ID" val="custom40490522_5"/>
</p:tagLst>
</file>

<file path=ppt/tags/tag490.xml><?xml version="1.0" encoding="utf-8"?>
<p:tagLst xmlns:p="http://schemas.openxmlformats.org/presentationml/2006/main">
  <p:tag name="COMMONDATA" val="eyJoZGlkIjoiYjI1NTg0NTA5YzViNDM1MzJhNTk4ZTNiNTBjNDQwZmMifQ=="/>
  <p:tag name="resource_record_key" val="{&quot;65&quot;:[20238659],&quot;71&quot;:[76235680038]}"/>
</p:tagLst>
</file>

<file path=ppt/theme/theme1.xml><?xml version="1.0" encoding="utf-8"?>
<a:theme xmlns:a="http://schemas.openxmlformats.org/drawingml/2006/main" name="党政风党政通用模板">
  <a:themeElements>
    <a:clrScheme name="自定义 885">
      <a:dk1>
        <a:srgbClr val="000000"/>
      </a:dk1>
      <a:lt1>
        <a:srgbClr val="FFFFFF"/>
      </a:lt1>
      <a:dk2>
        <a:srgbClr val="3B0500"/>
      </a:dk2>
      <a:lt2>
        <a:srgbClr val="FFF4E0"/>
      </a:lt2>
      <a:accent1>
        <a:srgbClr val="DC2323"/>
      </a:accent1>
      <a:accent2>
        <a:srgbClr val="FA6334"/>
      </a:accent2>
      <a:accent3>
        <a:srgbClr val="FFC000"/>
      </a:accent3>
      <a:accent4>
        <a:srgbClr val="92D050"/>
      </a:accent4>
      <a:accent5>
        <a:srgbClr val="3FD5A9"/>
      </a:accent5>
      <a:accent6>
        <a:srgbClr val="2B8EFF"/>
      </a:accent6>
      <a:hlink>
        <a:srgbClr val="0563C1"/>
      </a:hlink>
      <a:folHlink>
        <a:srgbClr val="954F72"/>
      </a:folHlink>
    </a:clrScheme>
    <a:fontScheme name="商务风">
      <a:majorFont>
        <a:latin typeface="MiSans Medium"/>
        <a:ea typeface="MiSans Medium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2924</Words>
  <Application>WPS Office WWO_wpscloud_20260819174756-ed9259823c</Application>
  <PresentationFormat>宽屏</PresentationFormat>
  <Paragraphs>769</Paragraphs>
  <Slides>21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Arial</vt:lpstr>
      <vt:lpstr>宋体</vt:lpstr>
      <vt:lpstr>Wingdings</vt:lpstr>
      <vt:lpstr>MiSans Demibold</vt:lpstr>
      <vt:lpstr>微软雅黑</vt:lpstr>
      <vt:lpstr>汉仪旗黑KW 55S</vt:lpstr>
      <vt:lpstr>Font Awesome 7 Free Solid</vt:lpstr>
      <vt:lpstr>MiSans Normal</vt:lpstr>
      <vt:lpstr>MiSans Medium</vt:lpstr>
      <vt:lpstr>汉仪书宋二KW</vt:lpstr>
      <vt:lpstr>Kingsoft Confetti</vt:lpstr>
      <vt:lpstr>仓耳屏显楷体 W04</vt:lpstr>
      <vt:lpstr>Calibri</vt:lpstr>
      <vt:lpstr>宋体</vt:lpstr>
      <vt:lpstr>党政风党政通用模板</vt:lpstr>
      <vt:lpstr>MediaRefitAgent 智能体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让视频编辑，一句话搞定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MediaRefitAgent 智能体</dc:title>
  <dc:creator>O365</dc:creator>
  <cp:lastModifiedBy>Administrator</cp:lastModifiedBy>
  <dcterms:created xsi:type="dcterms:W3CDTF">2026-08-31T09:42:09Z</dcterms:created>
  <dcterms:modified xsi:type="dcterms:W3CDTF">2026-08-31T09:42:09Z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611D086D86BE49EADA4B956A839C070B_41</vt:lpwstr>
  </property>
  <property fmtid="{D5CDD505-2E9C-101B-9397-08002B2CF9AE}" pid="3" name="KSOProductBuildVer">
    <vt:lpwstr>2052-12.9.0.28503</vt:lpwstr>
  </property>
  <property fmtid="{D5CDD505-2E9C-101B-9397-08002B2CF9AE}" pid="4" name="KSOTemplateUUID">
    <vt:lpwstr>v1.0_ai_69796629429</vt:lpwstr>
  </property>
  <property fmtid="{D5CDD505-2E9C-101B-9397-08002B2CF9AE}" pid="5" name="intentionCode">
    <vt:lpwstr>wps_wpp_generate_html_ppt_doc</vt:lpwstr>
  </property>
  <property fmtid="{D5CDD505-2E9C-101B-9397-08002B2CF9AE}" pid="6" name="KSOAIPPTCode">
    <vt:lpwstr>XJlgRA92GvjPvxV44RotV/7Q2hd7ra+hjzc/M/hl3MqN8iyRkgGJwKrbCsdXvlNT5ostOc8tlPPwpLh8rgSeiecc991P0snqMYDi5RI013q8Cbi4RB/HM45QKft9GpMfMPxGt+6P4zfm1CRU5kkcI1DoEBCs5np+ByB0ZRzPRTN7dC+Wwur3zzPEHfD7WTq8FF/0DzijgA4HMCp2xZylXG3W/N8zDmO4QATox8UvRS2fV8vu0EkrAnUJZLRRAvTNfilDG+5YSOFfrKohtACsnW3kMRmABIDEefRdFCdXYu/o5y+ov7alW7NnxjPaw/FqXRyPHFS7GEoiJrzAyY6eFQ==</vt:lpwstr>
  </property>
</Properties>
</file>